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6.jpg" ContentType="image/jpg"/>
  <Override PartName="/ppt/media/image29.jpg" ContentType="image/jp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3" r:id="rId1"/>
  </p:sldMasterIdLst>
  <p:notesMasterIdLst>
    <p:notesMasterId r:id="rId13"/>
  </p:notesMasterIdLst>
  <p:sldIdLst>
    <p:sldId id="279" r:id="rId2"/>
    <p:sldId id="274" r:id="rId3"/>
    <p:sldId id="273" r:id="rId4"/>
    <p:sldId id="268" r:id="rId5"/>
    <p:sldId id="269" r:id="rId6"/>
    <p:sldId id="270" r:id="rId7"/>
    <p:sldId id="272" r:id="rId8"/>
    <p:sldId id="271" r:id="rId9"/>
    <p:sldId id="275" r:id="rId10"/>
    <p:sldId id="276" r:id="rId11"/>
    <p:sldId id="277" r:id="rId12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rhan khalid" initials="Fk" lastIdx="1" clrIdx="0">
    <p:extLst>
      <p:ext uri="{19B8F6BF-5375-455C-9EA6-DF929625EA0E}">
        <p15:presenceInfo xmlns:p15="http://schemas.microsoft.com/office/powerpoint/2012/main" userId="f211c687ff43b9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8DA9"/>
    <a:srgbClr val="E0E1DD"/>
    <a:srgbClr val="189AB4"/>
    <a:srgbClr val="05445E"/>
    <a:srgbClr val="D4F1F4"/>
    <a:srgbClr val="6E6E6E"/>
    <a:srgbClr val="9A9A9A"/>
    <a:srgbClr val="1B263B"/>
    <a:srgbClr val="1B1B1B"/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62" d="100"/>
          <a:sy n="62" d="100"/>
        </p:scale>
        <p:origin x="812" y="44"/>
      </p:cViewPr>
      <p:guideLst>
        <p:guide orient="horz" pos="3024"/>
        <p:guide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E5775-657B-4BB7-8A85-D8EC6D734E26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2CAB9-40CA-4995-88C7-4443E3B1BD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190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2CAB9-40CA-4995-88C7-4443E3B1BD1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79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2CAB9-40CA-4995-88C7-4443E3B1BD1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95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3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400" y="1871135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400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3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3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698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77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8" y="3846055"/>
            <a:ext cx="8158691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57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5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6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6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434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98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01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4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9" y="982135"/>
            <a:ext cx="5469467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4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97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3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64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7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403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7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28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70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70" y="4343403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691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5" y="982132"/>
            <a:ext cx="9296399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3" y="3352800"/>
            <a:ext cx="8839203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403"/>
            <a:ext cx="9609667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686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3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3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164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5" y="982132"/>
            <a:ext cx="9296399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3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3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435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7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3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4470403"/>
            <a:ext cx="9609671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958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073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9" y="982135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1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1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61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3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3" y="982136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3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3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4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15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44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21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12" indent="-171446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01" indent="-171446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9.svg"/><Relationship Id="rId18" Type="http://schemas.openxmlformats.org/officeDocument/2006/relationships/image" Target="../media/image22.svg"/><Relationship Id="rId3" Type="http://schemas.openxmlformats.org/officeDocument/2006/relationships/image" Target="../media/image10.png"/><Relationship Id="rId21" Type="http://schemas.openxmlformats.org/officeDocument/2006/relationships/image" Target="../media/image24.sv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17" Type="http://schemas.openxmlformats.org/officeDocument/2006/relationships/image" Target="../media/image21.png"/><Relationship Id="rId2" Type="http://schemas.openxmlformats.org/officeDocument/2006/relationships/slide" Target="slide7.xml"/><Relationship Id="rId16" Type="http://schemas.openxmlformats.org/officeDocument/2006/relationships/slide" Target="slide6.xml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slide" Target="slide4.xml"/><Relationship Id="rId5" Type="http://schemas.openxmlformats.org/officeDocument/2006/relationships/image" Target="../media/image12.png"/><Relationship Id="rId15" Type="http://schemas.openxmlformats.org/officeDocument/2006/relationships/image" Target="../media/image20.png"/><Relationship Id="rId10" Type="http://schemas.openxmlformats.org/officeDocument/2006/relationships/image" Target="../media/image17.svg"/><Relationship Id="rId19" Type="http://schemas.openxmlformats.org/officeDocument/2006/relationships/slide" Target="slide8.xml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25.svg"/><Relationship Id="rId18" Type="http://schemas.openxmlformats.org/officeDocument/2006/relationships/image" Target="../media/image21.png"/><Relationship Id="rId3" Type="http://schemas.openxmlformats.org/officeDocument/2006/relationships/image" Target="../media/image11.svg"/><Relationship Id="rId21" Type="http://schemas.openxmlformats.org/officeDocument/2006/relationships/image" Target="../media/image24.svg"/><Relationship Id="rId7" Type="http://schemas.openxmlformats.org/officeDocument/2006/relationships/image" Target="../media/image17.svg"/><Relationship Id="rId12" Type="http://schemas.openxmlformats.org/officeDocument/2006/relationships/image" Target="../media/image18.png"/><Relationship Id="rId17" Type="http://schemas.openxmlformats.org/officeDocument/2006/relationships/slide" Target="slide6.xml"/><Relationship Id="rId2" Type="http://schemas.openxmlformats.org/officeDocument/2006/relationships/image" Target="../media/image10.png"/><Relationship Id="rId16" Type="http://schemas.openxmlformats.org/officeDocument/2006/relationships/image" Target="../media/image26.jp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slide" Target="slide5.xml"/><Relationship Id="rId5" Type="http://schemas.openxmlformats.org/officeDocument/2006/relationships/image" Target="../media/image15.svg"/><Relationship Id="rId15" Type="http://schemas.openxmlformats.org/officeDocument/2006/relationships/image" Target="../media/image13.svg"/><Relationship Id="rId10" Type="http://schemas.openxmlformats.org/officeDocument/2006/relationships/slide" Target="slide4.xml"/><Relationship Id="rId19" Type="http://schemas.openxmlformats.org/officeDocument/2006/relationships/image" Target="../media/image22.svg"/><Relationship Id="rId4" Type="http://schemas.openxmlformats.org/officeDocument/2006/relationships/image" Target="../media/image14.png"/><Relationship Id="rId9" Type="http://schemas.openxmlformats.org/officeDocument/2006/relationships/slide" Target="slide7.xml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5.xml"/><Relationship Id="rId18" Type="http://schemas.openxmlformats.org/officeDocument/2006/relationships/image" Target="../media/image22.svg"/><Relationship Id="rId3" Type="http://schemas.openxmlformats.org/officeDocument/2006/relationships/image" Target="../media/image11.svg"/><Relationship Id="rId21" Type="http://schemas.openxmlformats.org/officeDocument/2006/relationships/image" Target="../media/image24.svg"/><Relationship Id="rId7" Type="http://schemas.openxmlformats.org/officeDocument/2006/relationships/image" Target="../media/image15.svg"/><Relationship Id="rId12" Type="http://schemas.openxmlformats.org/officeDocument/2006/relationships/slide" Target="slide4.xml"/><Relationship Id="rId17" Type="http://schemas.openxmlformats.org/officeDocument/2006/relationships/image" Target="../media/image21.png"/><Relationship Id="rId2" Type="http://schemas.openxmlformats.org/officeDocument/2006/relationships/image" Target="../media/image10.png"/><Relationship Id="rId16" Type="http://schemas.openxmlformats.org/officeDocument/2006/relationships/image" Target="../media/image27.sv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slide" Target="slide7.xml"/><Relationship Id="rId5" Type="http://schemas.openxmlformats.org/officeDocument/2006/relationships/image" Target="../media/image13.svg"/><Relationship Id="rId15" Type="http://schemas.openxmlformats.org/officeDocument/2006/relationships/image" Target="../media/image18.png"/><Relationship Id="rId10" Type="http://schemas.openxmlformats.org/officeDocument/2006/relationships/slide" Target="slide8.xml"/><Relationship Id="rId19" Type="http://schemas.openxmlformats.org/officeDocument/2006/relationships/image" Target="../media/image28.gif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29.jpg"/><Relationship Id="rId18" Type="http://schemas.openxmlformats.org/officeDocument/2006/relationships/image" Target="../media/image24.svg"/><Relationship Id="rId3" Type="http://schemas.openxmlformats.org/officeDocument/2006/relationships/image" Target="../media/image11.svg"/><Relationship Id="rId7" Type="http://schemas.openxmlformats.org/officeDocument/2006/relationships/image" Target="../media/image17.svg"/><Relationship Id="rId12" Type="http://schemas.openxmlformats.org/officeDocument/2006/relationships/image" Target="../media/image15.svg"/><Relationship Id="rId17" Type="http://schemas.openxmlformats.org/officeDocument/2006/relationships/image" Target="../media/image23.png"/><Relationship Id="rId2" Type="http://schemas.openxmlformats.org/officeDocument/2006/relationships/image" Target="../media/image10.png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4.png"/><Relationship Id="rId5" Type="http://schemas.openxmlformats.org/officeDocument/2006/relationships/image" Target="../media/image13.svg"/><Relationship Id="rId15" Type="http://schemas.openxmlformats.org/officeDocument/2006/relationships/image" Target="../media/image21.png"/><Relationship Id="rId10" Type="http://schemas.openxmlformats.org/officeDocument/2006/relationships/slide" Target="slide5.xml"/><Relationship Id="rId4" Type="http://schemas.openxmlformats.org/officeDocument/2006/relationships/image" Target="../media/image12.png"/><Relationship Id="rId9" Type="http://schemas.openxmlformats.org/officeDocument/2006/relationships/slide" Target="slide4.xml"/><Relationship Id="rId1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6.xml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30.jpeg"/><Relationship Id="rId17" Type="http://schemas.openxmlformats.org/officeDocument/2006/relationships/image" Target="../media/image24.svg"/><Relationship Id="rId2" Type="http://schemas.openxmlformats.org/officeDocument/2006/relationships/image" Target="../media/image10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slide" Target="slide5.xml"/><Relationship Id="rId5" Type="http://schemas.openxmlformats.org/officeDocument/2006/relationships/image" Target="../media/image13.svg"/><Relationship Id="rId15" Type="http://schemas.openxmlformats.org/officeDocument/2006/relationships/image" Target="../media/image22.svg"/><Relationship Id="rId10" Type="http://schemas.openxmlformats.org/officeDocument/2006/relationships/slide" Target="slide4.xml"/><Relationship Id="rId4" Type="http://schemas.openxmlformats.org/officeDocument/2006/relationships/image" Target="../media/image12.png"/><Relationship Id="rId9" Type="http://schemas.openxmlformats.org/officeDocument/2006/relationships/slide" Target="slide7.xml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AC79A4-A2C2-B88B-2588-69BEBA0CB9F2}"/>
              </a:ext>
            </a:extLst>
          </p:cNvPr>
          <p:cNvSpPr txBox="1"/>
          <p:nvPr/>
        </p:nvSpPr>
        <p:spPr>
          <a:xfrm>
            <a:off x="2362200" y="990600"/>
            <a:ext cx="693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Project/Dissertation/Seminar Report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PRESENTATION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FAMEDD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055DB-F243-5977-B9EC-7B8812E91EEC}"/>
              </a:ext>
            </a:extLst>
          </p:cNvPr>
          <p:cNvSpPr txBox="1"/>
          <p:nvPr/>
        </p:nvSpPr>
        <p:spPr>
          <a:xfrm>
            <a:off x="685800" y="3773030"/>
            <a:ext cx="10668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			                                                                               SUPERVISED BY </a:t>
            </a:r>
          </a:p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Mohd Hurmaan Siddiqui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                                             Mr. Syed Ali Mehdi </a:t>
            </a:r>
          </a:p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2021-310-152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                        Designation</a:t>
            </a:r>
          </a:p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BTECH CSE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algn="ctr" eaLnBrk="1" hangingPunct="1"/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algn="ctr" eaLnBrk="1" hangingPunct="1"/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Sciences &amp; Technology</a:t>
            </a:r>
          </a:p>
          <a:p>
            <a:pPr algn="ctr" eaLnBrk="1" hangingPunct="1"/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JAMIA   HAMDARD</a:t>
            </a:r>
          </a:p>
          <a:p>
            <a:pPr algn="ctr" eaLnBrk="1" hangingPunct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08F24A3-7C4B-19F5-1C62-A314FD5B5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018738"/>
            <a:ext cx="1645501" cy="150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647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3693AED-F206-38D7-5DBE-FC7432DF4716}"/>
              </a:ext>
            </a:extLst>
          </p:cNvPr>
          <p:cNvSpPr/>
          <p:nvPr/>
        </p:nvSpPr>
        <p:spPr>
          <a:xfrm>
            <a:off x="-28074" y="-60158"/>
            <a:ext cx="12192000" cy="6858000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D3B954-74EC-191D-0708-B12F4330B674}"/>
              </a:ext>
            </a:extLst>
          </p:cNvPr>
          <p:cNvSpPr txBox="1"/>
          <p:nvPr/>
        </p:nvSpPr>
        <p:spPr>
          <a:xfrm>
            <a:off x="3871312" y="1992677"/>
            <a:ext cx="4872942" cy="2631710"/>
          </a:xfrm>
          <a:prstGeom prst="rect">
            <a:avLst/>
          </a:prstGeom>
          <a:noFill/>
          <a:effectLst>
            <a:outerShdw blurRad="254000" dist="50800" dir="5400000" algn="ctr" rotWithShape="0">
              <a:srgbClr val="00000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WELCOME </a:t>
            </a:r>
          </a:p>
          <a:p>
            <a:pPr algn="ctr"/>
            <a:r>
              <a:rPr lang="en-IN" sz="4000" b="1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TO THE     </a:t>
            </a:r>
            <a:r>
              <a:rPr lang="en-IN" sz="6000" b="1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59FD1AF1-8360-0C27-3718-35BAA7D96920}"/>
              </a:ext>
            </a:extLst>
          </p:cNvPr>
          <p:cNvSpPr/>
          <p:nvPr/>
        </p:nvSpPr>
        <p:spPr>
          <a:xfrm>
            <a:off x="15433" y="-60158"/>
            <a:ext cx="7524459" cy="6942272"/>
          </a:xfrm>
          <a:custGeom>
            <a:avLst/>
            <a:gdLst>
              <a:gd name="connsiteX0" fmla="*/ 0 w 7518048"/>
              <a:gd name="connsiteY0" fmla="*/ 0 h 6858000"/>
              <a:gd name="connsiteX1" fmla="*/ 7518048 w 7518048"/>
              <a:gd name="connsiteY1" fmla="*/ 0 h 6858000"/>
              <a:gd name="connsiteX2" fmla="*/ 3900501 w 7518048"/>
              <a:gd name="connsiteY2" fmla="*/ 6858000 h 6858000"/>
              <a:gd name="connsiteX3" fmla="*/ 0 w 751804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8048" h="6858000">
                <a:moveTo>
                  <a:pt x="0" y="0"/>
                </a:moveTo>
                <a:lnTo>
                  <a:pt x="7518048" y="0"/>
                </a:lnTo>
                <a:lnTo>
                  <a:pt x="3900501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1B1B1B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30927B15-DAF0-CE50-D7B9-74725247C315}"/>
              </a:ext>
            </a:extLst>
          </p:cNvPr>
          <p:cNvSpPr/>
          <p:nvPr/>
        </p:nvSpPr>
        <p:spPr>
          <a:xfrm>
            <a:off x="-6752" y="-47165"/>
            <a:ext cx="5906988" cy="6942272"/>
          </a:xfrm>
          <a:custGeom>
            <a:avLst/>
            <a:gdLst>
              <a:gd name="connsiteX0" fmla="*/ 0 w 6088080"/>
              <a:gd name="connsiteY0" fmla="*/ 0 h 6858000"/>
              <a:gd name="connsiteX1" fmla="*/ 6088080 w 6088080"/>
              <a:gd name="connsiteY1" fmla="*/ 0 h 6858000"/>
              <a:gd name="connsiteX2" fmla="*/ 3591973 w 6088080"/>
              <a:gd name="connsiteY2" fmla="*/ 6858000 h 6858000"/>
              <a:gd name="connsiteX3" fmla="*/ 0 w 608808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8080" h="6858000">
                <a:moveTo>
                  <a:pt x="0" y="0"/>
                </a:moveTo>
                <a:lnTo>
                  <a:pt x="6088080" y="0"/>
                </a:lnTo>
                <a:lnTo>
                  <a:pt x="3591973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chemeClr val="tx1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4A88917-3EF4-62D4-647A-A07BFF6870CA}"/>
              </a:ext>
            </a:extLst>
          </p:cNvPr>
          <p:cNvSpPr/>
          <p:nvPr/>
        </p:nvSpPr>
        <p:spPr>
          <a:xfrm>
            <a:off x="5024825" y="-48835"/>
            <a:ext cx="7138906" cy="6919625"/>
          </a:xfrm>
          <a:custGeom>
            <a:avLst/>
            <a:gdLst>
              <a:gd name="connsiteX0" fmla="*/ 3197939 w 5978665"/>
              <a:gd name="connsiteY0" fmla="*/ 0 h 6858000"/>
              <a:gd name="connsiteX1" fmla="*/ 5386327 w 5978665"/>
              <a:gd name="connsiteY1" fmla="*/ 0 h 6858000"/>
              <a:gd name="connsiteX2" fmla="*/ 5978665 w 5978665"/>
              <a:gd name="connsiteY2" fmla="*/ 276212 h 6858000"/>
              <a:gd name="connsiteX3" fmla="*/ 5978665 w 5978665"/>
              <a:gd name="connsiteY3" fmla="*/ 6858000 h 6858000"/>
              <a:gd name="connsiteX4" fmla="*/ 0 w 597866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78665" h="6858000">
                <a:moveTo>
                  <a:pt x="3197939" y="0"/>
                </a:moveTo>
                <a:lnTo>
                  <a:pt x="5386327" y="0"/>
                </a:lnTo>
                <a:lnTo>
                  <a:pt x="5978665" y="276212"/>
                </a:lnTo>
                <a:lnTo>
                  <a:pt x="5978665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1B1B1B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B40AF81A-DD70-D2AC-97C3-0B6464F32856}"/>
              </a:ext>
            </a:extLst>
          </p:cNvPr>
          <p:cNvSpPr/>
          <p:nvPr/>
        </p:nvSpPr>
        <p:spPr>
          <a:xfrm>
            <a:off x="6558852" y="-22716"/>
            <a:ext cx="5617715" cy="6916153"/>
          </a:xfrm>
          <a:custGeom>
            <a:avLst/>
            <a:gdLst>
              <a:gd name="connsiteX0" fmla="*/ 2361398 w 4900845"/>
              <a:gd name="connsiteY0" fmla="*/ 0 h 6858000"/>
              <a:gd name="connsiteX1" fmla="*/ 4341710 w 4900845"/>
              <a:gd name="connsiteY1" fmla="*/ 0 h 6858000"/>
              <a:gd name="connsiteX2" fmla="*/ 4900845 w 4900845"/>
              <a:gd name="connsiteY2" fmla="*/ 192526 h 6858000"/>
              <a:gd name="connsiteX3" fmla="*/ 4900845 w 4900845"/>
              <a:gd name="connsiteY3" fmla="*/ 6858000 h 6858000"/>
              <a:gd name="connsiteX4" fmla="*/ 0 w 49008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0845" h="6858000">
                <a:moveTo>
                  <a:pt x="2361398" y="0"/>
                </a:moveTo>
                <a:lnTo>
                  <a:pt x="4341710" y="0"/>
                </a:lnTo>
                <a:lnTo>
                  <a:pt x="4900845" y="192526"/>
                </a:lnTo>
                <a:lnTo>
                  <a:pt x="4900845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1B1B1B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5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25000" decel="25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07407E-6 L -0.25 -4.07407E-6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4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5" presetClass="path" presetSubtype="0" repeatCount="indefinite" accel="25000" decel="25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22222E-6 L -0.25 -2.22222E-6 " pathEditMode="relative" rAng="0" ptsTypes="AA">
                                      <p:cBhvr>
                                        <p:cTn id="10" dur="4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4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4000" fill="hold"/>
                                        <p:tgtEl>
                                          <p:spTgt spid="44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3" presetClass="pat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25 4.07407E-6 " pathEditMode="relative" rAng="0" ptsTypes="AA">
                                      <p:cBhvr>
                                        <p:cTn id="16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repeatCount="indefinite" accel="25000" decel="25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4000" fill="hold"/>
                                        <p:tgtEl>
                                          <p:spTgt spid="4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3" presetClass="pat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22222E-6 L 0.25 -2.22222E-6 " pathEditMode="relative" rAng="0" ptsTypes="AA">
                                      <p:cBhvr>
                                        <p:cTn id="20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44" grpId="1" animBg="1"/>
      <p:bldP spid="44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96C391-33A4-1EDB-6EA7-E2F38A91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792" y="2590800"/>
            <a:ext cx="6241816" cy="1371600"/>
          </a:xfrm>
        </p:spPr>
        <p:txBody>
          <a:bodyPr>
            <a:normAutofit/>
          </a:bodyPr>
          <a:lstStyle/>
          <a:p>
            <a:r>
              <a:rPr lang="en-IN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FAMEDD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FD9F6A62-81D8-896F-94DF-A672699CE42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9" r="179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B9F5B8-E0DF-CF9C-9A93-468B859C3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239" y="3962401"/>
            <a:ext cx="6241816" cy="347137"/>
          </a:xfrm>
        </p:spPr>
        <p:txBody>
          <a:bodyPr>
            <a:normAutofit/>
          </a:bodyPr>
          <a:lstStyle/>
          <a:p>
            <a:r>
              <a:rPr lang="en-IN" sz="1400" i="1" dirty="0"/>
              <a:t>GET YOUR SELF LIVE WITH THE HELP OF FAMEDD</a:t>
            </a:r>
          </a:p>
        </p:txBody>
      </p:sp>
    </p:spTree>
    <p:extLst>
      <p:ext uri="{BB962C8B-B14F-4D97-AF65-F5344CB8AC3E}">
        <p14:creationId xmlns:p14="http://schemas.microsoft.com/office/powerpoint/2010/main" val="316992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: Shape 85">
            <a:hlinkClick r:id="rId2" action="ppaction://hlinksldjump"/>
            <a:extLst>
              <a:ext uri="{FF2B5EF4-FFF2-40B4-BE49-F238E27FC236}">
                <a16:creationId xmlns:a16="http://schemas.microsoft.com/office/drawing/2014/main" id="{9112F0DB-2953-599E-E25E-B96AB1A3E58E}"/>
              </a:ext>
            </a:extLst>
          </p:cNvPr>
          <p:cNvSpPr/>
          <p:nvPr/>
        </p:nvSpPr>
        <p:spPr>
          <a:xfrm rot="10800000">
            <a:off x="-32397" y="-7127467"/>
            <a:ext cx="1385611" cy="16084063"/>
          </a:xfrm>
          <a:custGeom>
            <a:avLst/>
            <a:gdLst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0 w 1385611"/>
              <a:gd name="connsiteY3" fmla="*/ 16084063 h 16084063"/>
              <a:gd name="connsiteX4" fmla="*/ 0 w 1385611"/>
              <a:gd name="connsiteY4" fmla="*/ 0 h 16084063"/>
              <a:gd name="connsiteX5" fmla="*/ 1385611 w 1385611"/>
              <a:gd name="connsiteY5" fmla="*/ 0 h 16084063"/>
              <a:gd name="connsiteX6" fmla="*/ 1385611 w 1385611"/>
              <a:gd name="connsiteY6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5611" h="16084063">
                <a:moveTo>
                  <a:pt x="1488" y="8879032"/>
                </a:moveTo>
                <a:cubicBezTo>
                  <a:pt x="-4272" y="8437472"/>
                  <a:pt x="516928" y="8524232"/>
                  <a:pt x="512528" y="8042032"/>
                </a:cubicBezTo>
                <a:cubicBezTo>
                  <a:pt x="508128" y="7559832"/>
                  <a:pt x="-4272" y="7656753"/>
                  <a:pt x="1488" y="7205033"/>
                </a:cubicBezTo>
                <a:lnTo>
                  <a:pt x="1488" y="8879032"/>
                </a:lnTo>
                <a:close/>
                <a:moveTo>
                  <a:pt x="0" y="16084063"/>
                </a:moveTo>
                <a:lnTo>
                  <a:pt x="0" y="0"/>
                </a:lnTo>
                <a:lnTo>
                  <a:pt x="1385611" y="0"/>
                </a:lnTo>
                <a:lnTo>
                  <a:pt x="1385611" y="16084063"/>
                </a:lnTo>
                <a:lnTo>
                  <a:pt x="0" y="1608406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D1B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6CAE962-57A2-F982-D7F9-D6C012958C50}"/>
              </a:ext>
            </a:extLst>
          </p:cNvPr>
          <p:cNvGrpSpPr/>
          <p:nvPr/>
        </p:nvGrpSpPr>
        <p:grpSpPr>
          <a:xfrm>
            <a:off x="975215" y="536564"/>
            <a:ext cx="756000" cy="756000"/>
            <a:chOff x="-944542" y="550485"/>
            <a:chExt cx="748447" cy="756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EAEF445-6151-AB59-0DA6-930288C216EA}"/>
                </a:ext>
              </a:extLst>
            </p:cNvPr>
            <p:cNvSpPr/>
            <p:nvPr/>
          </p:nvSpPr>
          <p:spPr>
            <a:xfrm>
              <a:off x="-944542" y="550485"/>
              <a:ext cx="748447" cy="756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71" name="Graphic 70" descr="Lightbulb">
              <a:extLst>
                <a:ext uri="{FF2B5EF4-FFF2-40B4-BE49-F238E27FC236}">
                  <a16:creationId xmlns:a16="http://schemas.microsoft.com/office/drawing/2014/main" id="{28FB4BC4-7E6F-C797-8D95-067F63A97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876319" y="614448"/>
              <a:ext cx="612000" cy="612000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36F6C77-F249-32C2-2A8E-7FE8FF1A6AA8}"/>
              </a:ext>
            </a:extLst>
          </p:cNvPr>
          <p:cNvGrpSpPr/>
          <p:nvPr/>
        </p:nvGrpSpPr>
        <p:grpSpPr>
          <a:xfrm>
            <a:off x="-974199" y="1762647"/>
            <a:ext cx="756000" cy="756000"/>
            <a:chOff x="-911594" y="1712304"/>
            <a:chExt cx="748447" cy="716186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893A3C3-96AE-F3A3-85F8-D54E73D6875E}"/>
                </a:ext>
              </a:extLst>
            </p:cNvPr>
            <p:cNvSpPr/>
            <p:nvPr/>
          </p:nvSpPr>
          <p:spPr>
            <a:xfrm>
              <a:off x="-911594" y="1758410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33E811D-E84B-30CE-7277-9FF6283CC1D3}"/>
                </a:ext>
              </a:extLst>
            </p:cNvPr>
            <p:cNvSpPr/>
            <p:nvPr/>
          </p:nvSpPr>
          <p:spPr>
            <a:xfrm>
              <a:off x="-911594" y="1712304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5" name="Graphic 74" descr="Upward trend">
              <a:extLst>
                <a:ext uri="{FF2B5EF4-FFF2-40B4-BE49-F238E27FC236}">
                  <a16:creationId xmlns:a16="http://schemas.microsoft.com/office/drawing/2014/main" id="{EC5D8369-FE1F-7AF7-187A-3502E6141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854750" y="1756547"/>
              <a:ext cx="612000" cy="6120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93102B0-D3D1-59A2-55B1-E15986CDB720}"/>
              </a:ext>
            </a:extLst>
          </p:cNvPr>
          <p:cNvGrpSpPr/>
          <p:nvPr/>
        </p:nvGrpSpPr>
        <p:grpSpPr>
          <a:xfrm>
            <a:off x="-1097485" y="4362455"/>
            <a:ext cx="756000" cy="756000"/>
            <a:chOff x="-911594" y="4252441"/>
            <a:chExt cx="748447" cy="670080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B1EE50A-56C0-0C10-65AD-6E3D594376B8}"/>
                </a:ext>
              </a:extLst>
            </p:cNvPr>
            <p:cNvSpPr/>
            <p:nvPr/>
          </p:nvSpPr>
          <p:spPr>
            <a:xfrm>
              <a:off x="-911594" y="4252441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8" name="Graphic 77" descr="Single gear">
              <a:extLst>
                <a:ext uri="{FF2B5EF4-FFF2-40B4-BE49-F238E27FC236}">
                  <a16:creationId xmlns:a16="http://schemas.microsoft.com/office/drawing/2014/main" id="{CA6D9935-1BB5-C4A4-2930-9C179072E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854750" y="4285900"/>
              <a:ext cx="612000" cy="612000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796ADDC-6EB5-B81F-DFFB-C709BA064053}"/>
              </a:ext>
            </a:extLst>
          </p:cNvPr>
          <p:cNvGrpSpPr/>
          <p:nvPr/>
        </p:nvGrpSpPr>
        <p:grpSpPr>
          <a:xfrm>
            <a:off x="-1058732" y="5417271"/>
            <a:ext cx="756000" cy="756000"/>
            <a:chOff x="-911594" y="5359193"/>
            <a:chExt cx="748447" cy="687802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AFE0BAA-DB04-FC61-4025-66EE2530B129}"/>
                </a:ext>
              </a:extLst>
            </p:cNvPr>
            <p:cNvSpPr/>
            <p:nvPr/>
          </p:nvSpPr>
          <p:spPr>
            <a:xfrm>
              <a:off x="-911594" y="5359193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1" name="Graphic 80" descr="Users">
              <a:extLst>
                <a:ext uri="{FF2B5EF4-FFF2-40B4-BE49-F238E27FC236}">
                  <a16:creationId xmlns:a16="http://schemas.microsoft.com/office/drawing/2014/main" id="{A1AAEF98-C7CD-4CCB-2C6C-47DFEA555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841950" y="5434995"/>
              <a:ext cx="612000" cy="612000"/>
            </a:xfrm>
            <a:prstGeom prst="rect">
              <a:avLst/>
            </a:prstGeom>
          </p:spPr>
        </p:pic>
      </p:grpSp>
      <p:sp>
        <p:nvSpPr>
          <p:cNvPr id="94" name="Graphic 10" descr="Single gear">
            <a:hlinkClick r:id="rId2" action="ppaction://hlinksldjump"/>
            <a:extLst>
              <a:ext uri="{FF2B5EF4-FFF2-40B4-BE49-F238E27FC236}">
                <a16:creationId xmlns:a16="http://schemas.microsoft.com/office/drawing/2014/main" id="{C6D5B756-03C3-0CB3-4D3F-700C462A0BFB}"/>
              </a:ext>
            </a:extLst>
          </p:cNvPr>
          <p:cNvSpPr/>
          <p:nvPr/>
        </p:nvSpPr>
        <p:spPr>
          <a:xfrm>
            <a:off x="289506" y="4362456"/>
            <a:ext cx="441839" cy="441189"/>
          </a:xfrm>
          <a:custGeom>
            <a:avLst/>
            <a:gdLst>
              <a:gd name="connsiteX0" fmla="*/ 220595 w 441838"/>
              <a:gd name="connsiteY0" fmla="*/ 298452 h 441189"/>
              <a:gd name="connsiteX1" fmla="*/ 142738 w 441838"/>
              <a:gd name="connsiteY1" fmla="*/ 220595 h 441189"/>
              <a:gd name="connsiteX2" fmla="*/ 220595 w 441838"/>
              <a:gd name="connsiteY2" fmla="*/ 142738 h 441189"/>
              <a:gd name="connsiteX3" fmla="*/ 298452 w 441838"/>
              <a:gd name="connsiteY3" fmla="*/ 220595 h 441189"/>
              <a:gd name="connsiteX4" fmla="*/ 220595 w 441838"/>
              <a:gd name="connsiteY4" fmla="*/ 298452 h 441189"/>
              <a:gd name="connsiteX5" fmla="*/ 395773 w 441838"/>
              <a:gd name="connsiteY5" fmla="*/ 171934 h 441189"/>
              <a:gd name="connsiteX6" fmla="*/ 378904 w 441838"/>
              <a:gd name="connsiteY6" fmla="*/ 131708 h 441189"/>
              <a:gd name="connsiteX7" fmla="*/ 395124 w 441838"/>
              <a:gd name="connsiteY7" fmla="*/ 83047 h 441189"/>
              <a:gd name="connsiteX8" fmla="*/ 358142 w 441838"/>
              <a:gd name="connsiteY8" fmla="*/ 46065 h 441189"/>
              <a:gd name="connsiteX9" fmla="*/ 309482 w 441838"/>
              <a:gd name="connsiteY9" fmla="*/ 62286 h 441189"/>
              <a:gd name="connsiteX10" fmla="*/ 268607 w 441838"/>
              <a:gd name="connsiteY10" fmla="*/ 45417 h 441189"/>
              <a:gd name="connsiteX11" fmla="*/ 246547 w 441838"/>
              <a:gd name="connsiteY11" fmla="*/ 0 h 441189"/>
              <a:gd name="connsiteX12" fmla="*/ 194643 w 441838"/>
              <a:gd name="connsiteY12" fmla="*/ 0 h 441189"/>
              <a:gd name="connsiteX13" fmla="*/ 171934 w 441838"/>
              <a:gd name="connsiteY13" fmla="*/ 45417 h 441189"/>
              <a:gd name="connsiteX14" fmla="*/ 131708 w 441838"/>
              <a:gd name="connsiteY14" fmla="*/ 62286 h 441189"/>
              <a:gd name="connsiteX15" fmla="*/ 83047 w 441838"/>
              <a:gd name="connsiteY15" fmla="*/ 46065 h 441189"/>
              <a:gd name="connsiteX16" fmla="*/ 46065 w 441838"/>
              <a:gd name="connsiteY16" fmla="*/ 83047 h 441189"/>
              <a:gd name="connsiteX17" fmla="*/ 62286 w 441838"/>
              <a:gd name="connsiteY17" fmla="*/ 131708 h 441189"/>
              <a:gd name="connsiteX18" fmla="*/ 45417 w 441838"/>
              <a:gd name="connsiteY18" fmla="*/ 172583 h 441189"/>
              <a:gd name="connsiteX19" fmla="*/ 0 w 441838"/>
              <a:gd name="connsiteY19" fmla="*/ 194643 h 441189"/>
              <a:gd name="connsiteX20" fmla="*/ 0 w 441838"/>
              <a:gd name="connsiteY20" fmla="*/ 246547 h 441189"/>
              <a:gd name="connsiteX21" fmla="*/ 45417 w 441838"/>
              <a:gd name="connsiteY21" fmla="*/ 269255 h 441189"/>
              <a:gd name="connsiteX22" fmla="*/ 62286 w 441838"/>
              <a:gd name="connsiteY22" fmla="*/ 309482 h 441189"/>
              <a:gd name="connsiteX23" fmla="*/ 46065 w 441838"/>
              <a:gd name="connsiteY23" fmla="*/ 358142 h 441189"/>
              <a:gd name="connsiteX24" fmla="*/ 83047 w 441838"/>
              <a:gd name="connsiteY24" fmla="*/ 395124 h 441189"/>
              <a:gd name="connsiteX25" fmla="*/ 131708 w 441838"/>
              <a:gd name="connsiteY25" fmla="*/ 378904 h 441189"/>
              <a:gd name="connsiteX26" fmla="*/ 172583 w 441838"/>
              <a:gd name="connsiteY26" fmla="*/ 395773 h 441189"/>
              <a:gd name="connsiteX27" fmla="*/ 195291 w 441838"/>
              <a:gd name="connsiteY27" fmla="*/ 441190 h 441189"/>
              <a:gd name="connsiteX28" fmla="*/ 247196 w 441838"/>
              <a:gd name="connsiteY28" fmla="*/ 441190 h 441189"/>
              <a:gd name="connsiteX29" fmla="*/ 269904 w 441838"/>
              <a:gd name="connsiteY29" fmla="*/ 395773 h 441189"/>
              <a:gd name="connsiteX30" fmla="*/ 310130 w 441838"/>
              <a:gd name="connsiteY30" fmla="*/ 378904 h 441189"/>
              <a:gd name="connsiteX31" fmla="*/ 358791 w 441838"/>
              <a:gd name="connsiteY31" fmla="*/ 395124 h 441189"/>
              <a:gd name="connsiteX32" fmla="*/ 395773 w 441838"/>
              <a:gd name="connsiteY32" fmla="*/ 358142 h 441189"/>
              <a:gd name="connsiteX33" fmla="*/ 379553 w 441838"/>
              <a:gd name="connsiteY33" fmla="*/ 309482 h 441189"/>
              <a:gd name="connsiteX34" fmla="*/ 396422 w 441838"/>
              <a:gd name="connsiteY34" fmla="*/ 268607 h 441189"/>
              <a:gd name="connsiteX35" fmla="*/ 441838 w 441838"/>
              <a:gd name="connsiteY35" fmla="*/ 245898 h 441189"/>
              <a:gd name="connsiteX36" fmla="*/ 441838 w 441838"/>
              <a:gd name="connsiteY36" fmla="*/ 193994 h 441189"/>
              <a:gd name="connsiteX37" fmla="*/ 395773 w 441838"/>
              <a:gd name="connsiteY37" fmla="*/ 171934 h 44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41838" h="441189">
                <a:moveTo>
                  <a:pt x="220595" y="298452"/>
                </a:moveTo>
                <a:cubicBezTo>
                  <a:pt x="177774" y="298452"/>
                  <a:pt x="142738" y="263416"/>
                  <a:pt x="142738" y="220595"/>
                </a:cubicBezTo>
                <a:cubicBezTo>
                  <a:pt x="142738" y="177774"/>
                  <a:pt x="177774" y="142738"/>
                  <a:pt x="220595" y="142738"/>
                </a:cubicBezTo>
                <a:cubicBezTo>
                  <a:pt x="263416" y="142738"/>
                  <a:pt x="298452" y="177774"/>
                  <a:pt x="298452" y="220595"/>
                </a:cubicBezTo>
                <a:cubicBezTo>
                  <a:pt x="298452" y="263416"/>
                  <a:pt x="263416" y="298452"/>
                  <a:pt x="220595" y="298452"/>
                </a:cubicBezTo>
                <a:close/>
                <a:moveTo>
                  <a:pt x="395773" y="171934"/>
                </a:moveTo>
                <a:cubicBezTo>
                  <a:pt x="391880" y="157660"/>
                  <a:pt x="386041" y="144035"/>
                  <a:pt x="378904" y="131708"/>
                </a:cubicBezTo>
                <a:lnTo>
                  <a:pt x="395124" y="83047"/>
                </a:lnTo>
                <a:lnTo>
                  <a:pt x="358142" y="46065"/>
                </a:lnTo>
                <a:lnTo>
                  <a:pt x="309482" y="62286"/>
                </a:lnTo>
                <a:cubicBezTo>
                  <a:pt x="296505" y="55149"/>
                  <a:pt x="282880" y="49309"/>
                  <a:pt x="268607" y="45417"/>
                </a:cubicBezTo>
                <a:lnTo>
                  <a:pt x="246547" y="0"/>
                </a:lnTo>
                <a:lnTo>
                  <a:pt x="194643" y="0"/>
                </a:lnTo>
                <a:lnTo>
                  <a:pt x="171934" y="45417"/>
                </a:lnTo>
                <a:cubicBezTo>
                  <a:pt x="157660" y="49309"/>
                  <a:pt x="144035" y="55149"/>
                  <a:pt x="131708" y="62286"/>
                </a:cubicBezTo>
                <a:lnTo>
                  <a:pt x="83047" y="46065"/>
                </a:lnTo>
                <a:lnTo>
                  <a:pt x="46065" y="83047"/>
                </a:lnTo>
                <a:lnTo>
                  <a:pt x="62286" y="131708"/>
                </a:lnTo>
                <a:cubicBezTo>
                  <a:pt x="55149" y="144684"/>
                  <a:pt x="49309" y="158309"/>
                  <a:pt x="45417" y="172583"/>
                </a:cubicBezTo>
                <a:lnTo>
                  <a:pt x="0" y="194643"/>
                </a:lnTo>
                <a:lnTo>
                  <a:pt x="0" y="246547"/>
                </a:lnTo>
                <a:lnTo>
                  <a:pt x="45417" y="269255"/>
                </a:lnTo>
                <a:cubicBezTo>
                  <a:pt x="49309" y="283529"/>
                  <a:pt x="55149" y="297154"/>
                  <a:pt x="62286" y="309482"/>
                </a:cubicBezTo>
                <a:lnTo>
                  <a:pt x="46065" y="358142"/>
                </a:lnTo>
                <a:lnTo>
                  <a:pt x="83047" y="395124"/>
                </a:lnTo>
                <a:lnTo>
                  <a:pt x="131708" y="378904"/>
                </a:lnTo>
                <a:cubicBezTo>
                  <a:pt x="144684" y="386041"/>
                  <a:pt x="158309" y="391880"/>
                  <a:pt x="172583" y="395773"/>
                </a:cubicBezTo>
                <a:lnTo>
                  <a:pt x="195291" y="441190"/>
                </a:lnTo>
                <a:lnTo>
                  <a:pt x="247196" y="441190"/>
                </a:lnTo>
                <a:lnTo>
                  <a:pt x="269904" y="395773"/>
                </a:lnTo>
                <a:cubicBezTo>
                  <a:pt x="284178" y="391880"/>
                  <a:pt x="297803" y="386041"/>
                  <a:pt x="310130" y="378904"/>
                </a:cubicBezTo>
                <a:lnTo>
                  <a:pt x="358791" y="395124"/>
                </a:lnTo>
                <a:lnTo>
                  <a:pt x="395773" y="358142"/>
                </a:lnTo>
                <a:lnTo>
                  <a:pt x="379553" y="309482"/>
                </a:lnTo>
                <a:cubicBezTo>
                  <a:pt x="386690" y="296505"/>
                  <a:pt x="392529" y="282880"/>
                  <a:pt x="396422" y="268607"/>
                </a:cubicBezTo>
                <a:lnTo>
                  <a:pt x="441838" y="245898"/>
                </a:lnTo>
                <a:lnTo>
                  <a:pt x="441838" y="193994"/>
                </a:lnTo>
                <a:lnTo>
                  <a:pt x="395773" y="17193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644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95" name="Graphic 94" descr="Lightbulb">
            <a:hlinkClick r:id="rId11" action="ppaction://hlinksldjump"/>
            <a:extLst>
              <a:ext uri="{FF2B5EF4-FFF2-40B4-BE49-F238E27FC236}">
                <a16:creationId xmlns:a16="http://schemas.microsoft.com/office/drawing/2014/main" id="{F43C42AC-9719-4751-965B-693648110E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627" y="608565"/>
            <a:ext cx="612000" cy="612000"/>
          </a:xfrm>
          <a:prstGeom prst="rect">
            <a:avLst/>
          </a:prstGeom>
        </p:spPr>
      </p:pic>
      <p:pic>
        <p:nvPicPr>
          <p:cNvPr id="96" name="Graphic 95" descr="Upward trend">
            <a:hlinkClick r:id="rId14" action="ppaction://hlinksldjump"/>
            <a:extLst>
              <a:ext uri="{FF2B5EF4-FFF2-40B4-BE49-F238E27FC236}">
                <a16:creationId xmlns:a16="http://schemas.microsoft.com/office/drawing/2014/main" id="{9F5F8639-94EB-73D3-3337-4170553C18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508" y="1818049"/>
            <a:ext cx="612000" cy="61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3B4BB8-1247-779C-1218-3C703C0AAF76}"/>
              </a:ext>
            </a:extLst>
          </p:cNvPr>
          <p:cNvSpPr/>
          <p:nvPr/>
        </p:nvSpPr>
        <p:spPr>
          <a:xfrm>
            <a:off x="5029200" y="231764"/>
            <a:ext cx="3276600" cy="609600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GETTING ONLINE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F687F321-45A0-0B6F-5F47-539EBDADAAE9}"/>
              </a:ext>
            </a:extLst>
          </p:cNvPr>
          <p:cNvSpPr/>
          <p:nvPr/>
        </p:nvSpPr>
        <p:spPr>
          <a:xfrm>
            <a:off x="2743200" y="1981200"/>
            <a:ext cx="4343400" cy="4038600"/>
          </a:xfrm>
          <a:prstGeom prst="foldedCorner">
            <a:avLst/>
          </a:prstGeom>
          <a:solidFill>
            <a:srgbClr val="1B263B"/>
          </a:solidFill>
          <a:ln>
            <a:solidFill>
              <a:srgbClr val="E0E1D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lang="en-US" sz="1600" dirty="0">
              <a:latin typeface="Times New Roman"/>
              <a:cs typeface="Times New Roman"/>
            </a:endParaRPr>
          </a:p>
          <a:p>
            <a:pPr marL="227960"/>
            <a:r>
              <a:rPr lang="en-US" sz="1200" dirty="0">
                <a:latin typeface="Cambria"/>
                <a:cs typeface="Cambria"/>
              </a:rPr>
              <a:t>In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today’s</a:t>
            </a:r>
            <a:r>
              <a:rPr lang="en-US" sz="1200" spc="55" dirty="0">
                <a:latin typeface="Cambria"/>
                <a:cs typeface="Cambria"/>
              </a:rPr>
              <a:t> </a:t>
            </a:r>
            <a:r>
              <a:rPr lang="en-US" sz="1200" spc="51" dirty="0">
                <a:latin typeface="Cambria"/>
                <a:cs typeface="Cambria"/>
              </a:rPr>
              <a:t>day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and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75" dirty="0">
                <a:latin typeface="Cambria"/>
                <a:cs typeface="Cambria"/>
              </a:rPr>
              <a:t>age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doesn’t</a:t>
            </a:r>
            <a:r>
              <a:rPr lang="en-US" sz="1200" spc="80" dirty="0">
                <a:latin typeface="Cambria"/>
                <a:cs typeface="Cambria"/>
              </a:rPr>
              <a:t> </a:t>
            </a:r>
            <a:r>
              <a:rPr lang="en-US" sz="1200" spc="11" dirty="0">
                <a:latin typeface="Cambria"/>
                <a:cs typeface="Cambria"/>
              </a:rPr>
              <a:t>matter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11" dirty="0">
                <a:latin typeface="Cambria"/>
                <a:cs typeface="Cambria"/>
              </a:rPr>
              <a:t>how</a:t>
            </a:r>
            <a:r>
              <a:rPr lang="en-US" sz="1200" spc="65" dirty="0">
                <a:latin typeface="Cambria"/>
                <a:cs typeface="Cambria"/>
              </a:rPr>
              <a:t> </a:t>
            </a:r>
            <a:r>
              <a:rPr lang="en-US" sz="1200" spc="75" dirty="0">
                <a:latin typeface="Cambria"/>
                <a:cs typeface="Cambria"/>
              </a:rPr>
              <a:t>big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15" dirty="0">
                <a:latin typeface="Cambria"/>
                <a:cs typeface="Cambria"/>
              </a:rPr>
              <a:t>or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20" dirty="0">
                <a:latin typeface="Cambria"/>
                <a:cs typeface="Cambria"/>
              </a:rPr>
              <a:t>small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a</a:t>
            </a:r>
            <a:r>
              <a:rPr lang="en-US" sz="1200" spc="20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business</a:t>
            </a:r>
            <a:r>
              <a:rPr lang="en-US" sz="1200" spc="75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is,</a:t>
            </a:r>
            <a:r>
              <a:rPr lang="en-US" sz="1200" spc="31" dirty="0">
                <a:latin typeface="Cambria"/>
                <a:cs typeface="Cambria"/>
              </a:rPr>
              <a:t> </a:t>
            </a:r>
            <a:r>
              <a:rPr lang="en-US" sz="1200" spc="-15" dirty="0">
                <a:latin typeface="Cambria"/>
                <a:cs typeface="Cambria"/>
              </a:rPr>
              <a:t>it</a:t>
            </a:r>
            <a:endParaRPr lang="en-US" sz="1200" dirty="0">
              <a:latin typeface="Cambria"/>
              <a:cs typeface="Cambria"/>
            </a:endParaRPr>
          </a:p>
          <a:p>
            <a:pPr marL="227960"/>
            <a:r>
              <a:rPr lang="en-US" sz="1200" spc="25" dirty="0">
                <a:latin typeface="Cambria"/>
                <a:cs typeface="Cambria"/>
              </a:rPr>
              <a:t>has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60" dirty="0">
                <a:latin typeface="Cambria"/>
                <a:cs typeface="Cambria"/>
              </a:rPr>
              <a:t>become </a:t>
            </a:r>
            <a:r>
              <a:rPr lang="en-US" sz="1200" spc="40" dirty="0">
                <a:latin typeface="Cambria"/>
                <a:cs typeface="Cambria"/>
              </a:rPr>
              <a:t>necessary</a:t>
            </a:r>
            <a:r>
              <a:rPr lang="en-US" sz="1200" spc="85" dirty="0">
                <a:latin typeface="Cambria"/>
                <a:cs typeface="Cambria"/>
              </a:rPr>
              <a:t> </a:t>
            </a:r>
            <a:r>
              <a:rPr lang="en-US" sz="1200" spc="5" dirty="0">
                <a:latin typeface="Cambria"/>
                <a:cs typeface="Cambria"/>
              </a:rPr>
              <a:t>for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its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20" dirty="0">
                <a:latin typeface="Cambria"/>
                <a:cs typeface="Cambria"/>
              </a:rPr>
              <a:t>owner</a:t>
            </a:r>
            <a:r>
              <a:rPr lang="en-US" sz="1200" spc="71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to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take</a:t>
            </a:r>
            <a:r>
              <a:rPr lang="en-US" sz="1200" spc="35" dirty="0">
                <a:latin typeface="Cambria"/>
                <a:cs typeface="Cambria"/>
              </a:rPr>
              <a:t> </a:t>
            </a:r>
            <a:r>
              <a:rPr lang="en-US" sz="1200" spc="-15" dirty="0">
                <a:latin typeface="Cambria"/>
                <a:cs typeface="Cambria"/>
              </a:rPr>
              <a:t>it</a:t>
            </a:r>
            <a:r>
              <a:rPr lang="en-US" sz="1200" spc="35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online.</a:t>
            </a:r>
            <a:endParaRPr lang="en-US" sz="1200" dirty="0">
              <a:latin typeface="Cambria"/>
              <a:cs typeface="Cambria"/>
            </a:endParaRPr>
          </a:p>
          <a:p>
            <a:pPr>
              <a:spcBef>
                <a:spcPts val="40"/>
              </a:spcBef>
            </a:pPr>
            <a:endParaRPr lang="en-US" sz="1200" dirty="0">
              <a:latin typeface="Cambria"/>
              <a:cs typeface="Cambria"/>
            </a:endParaRPr>
          </a:p>
          <a:p>
            <a:pPr marL="227960" marR="291458"/>
            <a:r>
              <a:rPr lang="en-US" sz="1200" spc="40" dirty="0">
                <a:latin typeface="Cambria"/>
                <a:cs typeface="Cambria"/>
              </a:rPr>
              <a:t>Since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71" dirty="0">
                <a:latin typeface="Cambria"/>
                <a:cs typeface="Cambria"/>
              </a:rPr>
              <a:t>by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60" dirty="0">
                <a:latin typeface="Cambria"/>
                <a:cs typeface="Cambria"/>
              </a:rPr>
              <a:t>being </a:t>
            </a:r>
            <a:r>
              <a:rPr lang="en-US" sz="1200" spc="20" dirty="0">
                <a:latin typeface="Cambria"/>
                <a:cs typeface="Cambria"/>
              </a:rPr>
              <a:t>on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11" dirty="0">
                <a:latin typeface="Cambria"/>
                <a:cs typeface="Cambria"/>
              </a:rPr>
              <a:t>internet</a:t>
            </a:r>
            <a:r>
              <a:rPr lang="en-US" sz="1200" spc="65" dirty="0">
                <a:latin typeface="Cambria"/>
                <a:cs typeface="Cambria"/>
              </a:rPr>
              <a:t> </a:t>
            </a:r>
            <a:r>
              <a:rPr lang="en-US" sz="1200" spc="15" dirty="0">
                <a:latin typeface="Cambria"/>
                <a:cs typeface="Cambria"/>
              </a:rPr>
              <a:t>or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so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to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40" dirty="0">
                <a:latin typeface="Cambria"/>
                <a:cs typeface="Cambria"/>
              </a:rPr>
              <a:t>say </a:t>
            </a:r>
            <a:r>
              <a:rPr lang="en-US" sz="1200" spc="35" dirty="0">
                <a:latin typeface="Cambria"/>
                <a:cs typeface="Cambria"/>
              </a:rPr>
              <a:t>having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20" dirty="0">
                <a:latin typeface="Cambria"/>
                <a:cs typeface="Cambria"/>
              </a:rPr>
              <a:t>your</a:t>
            </a:r>
            <a:r>
              <a:rPr lang="en-US" sz="1200" spc="55" dirty="0">
                <a:latin typeface="Cambria"/>
                <a:cs typeface="Cambria"/>
              </a:rPr>
              <a:t> </a:t>
            </a:r>
            <a:r>
              <a:rPr lang="en-US" sz="1200" spc="11" dirty="0">
                <a:latin typeface="Cambria"/>
                <a:cs typeface="Cambria"/>
              </a:rPr>
              <a:t>own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website</a:t>
            </a:r>
            <a:r>
              <a:rPr lang="en-US" sz="1200" spc="55" dirty="0">
                <a:latin typeface="Cambria"/>
                <a:cs typeface="Cambria"/>
              </a:rPr>
              <a:t> </a:t>
            </a:r>
            <a:r>
              <a:rPr lang="en-US" sz="1200" spc="15" dirty="0">
                <a:latin typeface="Cambria"/>
                <a:cs typeface="Cambria"/>
              </a:rPr>
              <a:t>is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20" dirty="0">
                <a:latin typeface="Cambria"/>
                <a:cs typeface="Cambria"/>
              </a:rPr>
              <a:t>the </a:t>
            </a:r>
            <a:r>
              <a:rPr lang="en-US" sz="1200" spc="-195" dirty="0">
                <a:latin typeface="Cambria"/>
                <a:cs typeface="Cambria"/>
              </a:rPr>
              <a:t> </a:t>
            </a:r>
            <a:r>
              <a:rPr lang="en-US" sz="1200" spc="11" dirty="0">
                <a:latin typeface="Cambria"/>
                <a:cs typeface="Cambria"/>
              </a:rPr>
              <a:t>fastest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and best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way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to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85" dirty="0">
                <a:latin typeface="Cambria"/>
                <a:cs typeface="Cambria"/>
              </a:rPr>
              <a:t>be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55" dirty="0">
                <a:latin typeface="Cambria"/>
                <a:cs typeface="Cambria"/>
              </a:rPr>
              <a:t>able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to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40" dirty="0">
                <a:latin typeface="Cambria"/>
                <a:cs typeface="Cambria"/>
              </a:rPr>
              <a:t>reach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-5" dirty="0">
                <a:latin typeface="Cambria"/>
                <a:cs typeface="Cambria"/>
              </a:rPr>
              <a:t>out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to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more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spc="55" dirty="0">
                <a:latin typeface="Cambria"/>
                <a:cs typeface="Cambria"/>
              </a:rPr>
              <a:t>people.</a:t>
            </a:r>
            <a:endParaRPr lang="en-US" sz="1200" dirty="0">
              <a:latin typeface="Cambria"/>
              <a:cs typeface="Cambria"/>
            </a:endParaRPr>
          </a:p>
          <a:p>
            <a:pPr>
              <a:spcBef>
                <a:spcPts val="35"/>
              </a:spcBef>
            </a:pPr>
            <a:endParaRPr lang="en-US" sz="1200" dirty="0">
              <a:latin typeface="Cambria"/>
              <a:cs typeface="Cambria"/>
            </a:endParaRPr>
          </a:p>
          <a:p>
            <a:pPr marL="227960" marR="364482"/>
            <a:r>
              <a:rPr lang="en-US" sz="1200" spc="-25" dirty="0">
                <a:latin typeface="Cambria"/>
                <a:cs typeface="Cambria"/>
              </a:rPr>
              <a:t>But</a:t>
            </a:r>
            <a:r>
              <a:rPr lang="en-US" sz="1200" spc="31" dirty="0">
                <a:latin typeface="Cambria"/>
                <a:cs typeface="Cambria"/>
              </a:rPr>
              <a:t> </a:t>
            </a:r>
            <a:r>
              <a:rPr lang="en-US" sz="1200" spc="11" dirty="0">
                <a:latin typeface="Cambria"/>
                <a:cs typeface="Cambria"/>
              </a:rPr>
              <a:t>how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spc="45" dirty="0">
                <a:latin typeface="Cambria"/>
                <a:cs typeface="Cambria"/>
              </a:rPr>
              <a:t>do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you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45" dirty="0">
                <a:latin typeface="Cambria"/>
                <a:cs typeface="Cambria"/>
              </a:rPr>
              <a:t>do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5" dirty="0">
                <a:latin typeface="Cambria"/>
                <a:cs typeface="Cambria"/>
              </a:rPr>
              <a:t>that?</a:t>
            </a:r>
            <a:r>
              <a:rPr lang="en-US" sz="1200" spc="35" dirty="0">
                <a:latin typeface="Cambria"/>
                <a:cs typeface="Cambria"/>
              </a:rPr>
              <a:t> </a:t>
            </a:r>
            <a:r>
              <a:rPr lang="en-US" sz="1200" spc="15" dirty="0">
                <a:latin typeface="Cambria"/>
                <a:cs typeface="Cambria"/>
              </a:rPr>
              <a:t>How</a:t>
            </a:r>
            <a:r>
              <a:rPr lang="en-US" sz="1200" spc="55" dirty="0">
                <a:latin typeface="Cambria"/>
                <a:cs typeface="Cambria"/>
              </a:rPr>
              <a:t> </a:t>
            </a:r>
            <a:r>
              <a:rPr lang="en-US" sz="1200" spc="45" dirty="0">
                <a:latin typeface="Cambria"/>
                <a:cs typeface="Cambria"/>
              </a:rPr>
              <a:t>do</a:t>
            </a:r>
            <a:r>
              <a:rPr lang="en-US" sz="1200" spc="35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you</a:t>
            </a:r>
            <a:r>
              <a:rPr lang="en-US" sz="1200" spc="65" dirty="0">
                <a:latin typeface="Cambria"/>
                <a:cs typeface="Cambria"/>
              </a:rPr>
              <a:t> </a:t>
            </a:r>
            <a:r>
              <a:rPr lang="en-US" sz="1200" spc="51" dirty="0">
                <a:latin typeface="Cambria"/>
                <a:cs typeface="Cambria"/>
              </a:rPr>
              <a:t>get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20" dirty="0">
                <a:latin typeface="Cambria"/>
                <a:cs typeface="Cambria"/>
              </a:rPr>
              <a:t>yourself</a:t>
            </a:r>
            <a:r>
              <a:rPr lang="en-US" sz="1200" spc="80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a</a:t>
            </a:r>
            <a:r>
              <a:rPr lang="en-US" sz="1200" spc="20" dirty="0">
                <a:latin typeface="Cambria"/>
                <a:cs typeface="Cambria"/>
              </a:rPr>
              <a:t> </a:t>
            </a:r>
            <a:r>
              <a:rPr lang="en-US" sz="1200" spc="40" dirty="0">
                <a:latin typeface="Cambria"/>
                <a:cs typeface="Cambria"/>
              </a:rPr>
              <a:t>cool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looking 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website</a:t>
            </a:r>
            <a:r>
              <a:rPr lang="en-US" sz="1200" spc="55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like</a:t>
            </a:r>
            <a:r>
              <a:rPr lang="en-US" sz="1200" spc="55" dirty="0">
                <a:latin typeface="Cambria"/>
                <a:cs typeface="Cambria"/>
              </a:rPr>
              <a:t> </a:t>
            </a:r>
            <a:r>
              <a:rPr lang="en-US" sz="1200" spc="20" dirty="0">
                <a:latin typeface="Cambria"/>
                <a:cs typeface="Cambria"/>
              </a:rPr>
              <a:t>the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75" dirty="0">
                <a:latin typeface="Cambria"/>
                <a:cs typeface="Cambria"/>
              </a:rPr>
              <a:t>big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multi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15" dirty="0">
                <a:latin typeface="Cambria"/>
                <a:cs typeface="Cambria"/>
              </a:rPr>
              <a:t>million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dollar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companies</a:t>
            </a:r>
            <a:r>
              <a:rPr lang="en-US" sz="1200" spc="91" dirty="0">
                <a:latin typeface="Cambria"/>
                <a:cs typeface="Cambria"/>
              </a:rPr>
              <a:t> </a:t>
            </a:r>
            <a:r>
              <a:rPr lang="en-US" sz="1200" spc="-5" dirty="0">
                <a:latin typeface="Cambria"/>
                <a:cs typeface="Cambria"/>
              </a:rPr>
              <a:t>without</a:t>
            </a:r>
            <a:r>
              <a:rPr lang="en-US" sz="1200" spc="75" dirty="0">
                <a:latin typeface="Cambria"/>
                <a:cs typeface="Cambria"/>
              </a:rPr>
              <a:t> </a:t>
            </a:r>
            <a:r>
              <a:rPr lang="en-US" sz="1200" spc="45" dirty="0">
                <a:latin typeface="Cambria"/>
                <a:cs typeface="Cambria"/>
              </a:rPr>
              <a:t>spending </a:t>
            </a:r>
            <a:r>
              <a:rPr lang="en-US" sz="1200" spc="-195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so </a:t>
            </a:r>
            <a:r>
              <a:rPr lang="en-US" sz="1200" spc="25" dirty="0">
                <a:latin typeface="Cambria"/>
                <a:cs typeface="Cambria"/>
              </a:rPr>
              <a:t>much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money?</a:t>
            </a:r>
            <a:endParaRPr lang="en-US" sz="1200" dirty="0">
              <a:latin typeface="Cambria"/>
              <a:cs typeface="Cambria"/>
            </a:endParaRPr>
          </a:p>
          <a:p>
            <a:pPr>
              <a:spcBef>
                <a:spcPts val="45"/>
              </a:spcBef>
            </a:pPr>
            <a:endParaRPr lang="en-US" sz="1200" dirty="0">
              <a:latin typeface="Cambria"/>
              <a:cs typeface="Cambria"/>
            </a:endParaRPr>
          </a:p>
          <a:p>
            <a:pPr marL="408930"/>
            <a:r>
              <a:rPr lang="en-US" sz="1200" spc="-15" dirty="0">
                <a:latin typeface="Cambria"/>
                <a:cs typeface="Cambria"/>
              </a:rPr>
              <a:t>If</a:t>
            </a:r>
            <a:r>
              <a:rPr lang="en-US" sz="1200" spc="15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you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also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40" dirty="0">
                <a:latin typeface="Cambria"/>
                <a:cs typeface="Cambria"/>
              </a:rPr>
              <a:t>have </a:t>
            </a:r>
            <a:r>
              <a:rPr lang="en-US" sz="1200" spc="25" dirty="0">
                <a:latin typeface="Cambria"/>
                <a:cs typeface="Cambria"/>
              </a:rPr>
              <a:t>all</a:t>
            </a:r>
            <a:r>
              <a:rPr lang="en-US" sz="1200" spc="15" dirty="0">
                <a:latin typeface="Cambria"/>
                <a:cs typeface="Cambria"/>
              </a:rPr>
              <a:t> </a:t>
            </a:r>
            <a:r>
              <a:rPr lang="en-US" sz="1200" spc="31" dirty="0">
                <a:latin typeface="Cambria"/>
                <a:cs typeface="Cambria"/>
              </a:rPr>
              <a:t>these</a:t>
            </a:r>
            <a:r>
              <a:rPr lang="en-US" sz="1200" spc="65" dirty="0">
                <a:latin typeface="Cambria"/>
                <a:cs typeface="Cambria"/>
              </a:rPr>
              <a:t> </a:t>
            </a:r>
            <a:r>
              <a:rPr lang="en-US" sz="1200" spc="20" dirty="0">
                <a:latin typeface="Cambria"/>
                <a:cs typeface="Cambria"/>
              </a:rPr>
              <a:t>question</a:t>
            </a:r>
            <a:r>
              <a:rPr lang="en-US" sz="1200" spc="75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don’t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15" dirty="0">
                <a:latin typeface="Cambria"/>
                <a:cs typeface="Cambria"/>
              </a:rPr>
              <a:t>worry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35" dirty="0">
                <a:latin typeface="Cambria"/>
                <a:cs typeface="Cambria"/>
              </a:rPr>
              <a:t>we</a:t>
            </a:r>
            <a:r>
              <a:rPr lang="en-US" sz="1200" spc="51" dirty="0">
                <a:latin typeface="Cambria"/>
                <a:cs typeface="Cambria"/>
              </a:rPr>
              <a:t> </a:t>
            </a:r>
            <a:r>
              <a:rPr lang="en-US" sz="1200" spc="40" dirty="0">
                <a:latin typeface="Cambria"/>
                <a:cs typeface="Cambria"/>
              </a:rPr>
              <a:t>are</a:t>
            </a:r>
            <a:r>
              <a:rPr lang="en-US" sz="1200" spc="25" dirty="0">
                <a:latin typeface="Cambria"/>
                <a:cs typeface="Cambria"/>
              </a:rPr>
              <a:t> </a:t>
            </a:r>
            <a:r>
              <a:rPr lang="en-US" sz="1200" spc="40" dirty="0">
                <a:latin typeface="Cambria"/>
                <a:cs typeface="Cambria"/>
              </a:rPr>
              <a:t>here</a:t>
            </a:r>
            <a:endParaRPr lang="en-US" sz="1200" dirty="0">
              <a:latin typeface="Cambria"/>
              <a:cs typeface="Cambria"/>
            </a:endParaRPr>
          </a:p>
          <a:p>
            <a:pPr marL="649589"/>
            <a:r>
              <a:rPr lang="en-US" sz="1200" dirty="0">
                <a:latin typeface="Cambria"/>
                <a:cs typeface="Cambria"/>
              </a:rPr>
              <a:t>to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spc="40" dirty="0">
                <a:latin typeface="Cambria"/>
                <a:cs typeface="Cambria"/>
              </a:rPr>
              <a:t>help</a:t>
            </a:r>
            <a:r>
              <a:rPr lang="en-US" sz="1200" spc="55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you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-5" dirty="0">
                <a:latin typeface="Cambria"/>
                <a:cs typeface="Cambria"/>
              </a:rPr>
              <a:t>with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all</a:t>
            </a:r>
            <a:r>
              <a:rPr lang="en-US" sz="1200" spc="15" dirty="0">
                <a:latin typeface="Cambria"/>
                <a:cs typeface="Cambria"/>
              </a:rPr>
              <a:t> </a:t>
            </a:r>
            <a:r>
              <a:rPr lang="en-US" sz="1200" spc="-5" dirty="0">
                <a:latin typeface="Cambria"/>
                <a:cs typeface="Cambria"/>
              </a:rPr>
              <a:t>that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all</a:t>
            </a:r>
            <a:r>
              <a:rPr lang="en-US" sz="1200" spc="15" dirty="0">
                <a:latin typeface="Cambria"/>
                <a:cs typeface="Cambria"/>
              </a:rPr>
              <a:t> </a:t>
            </a:r>
            <a:r>
              <a:rPr lang="en-US" sz="1200" spc="25" dirty="0">
                <a:latin typeface="Cambria"/>
                <a:cs typeface="Cambria"/>
              </a:rPr>
              <a:t>you</a:t>
            </a:r>
            <a:r>
              <a:rPr lang="en-US" sz="1200" spc="45" dirty="0">
                <a:latin typeface="Cambria"/>
                <a:cs typeface="Cambria"/>
              </a:rPr>
              <a:t> </a:t>
            </a:r>
            <a:r>
              <a:rPr lang="en-US" sz="1200" spc="55" dirty="0">
                <a:latin typeface="Cambria"/>
                <a:cs typeface="Cambria"/>
              </a:rPr>
              <a:t>need</a:t>
            </a:r>
            <a:r>
              <a:rPr lang="en-US" sz="1200" spc="60" dirty="0">
                <a:latin typeface="Cambria"/>
                <a:cs typeface="Cambria"/>
              </a:rPr>
              <a:t> </a:t>
            </a:r>
            <a:r>
              <a:rPr lang="en-US" sz="1200" dirty="0">
                <a:latin typeface="Cambria"/>
                <a:cs typeface="Cambria"/>
              </a:rPr>
              <a:t>to</a:t>
            </a:r>
            <a:r>
              <a:rPr lang="en-US" sz="1200" spc="40" dirty="0">
                <a:latin typeface="Cambria"/>
                <a:cs typeface="Cambria"/>
              </a:rPr>
              <a:t> </a:t>
            </a:r>
            <a:r>
              <a:rPr lang="en-US" sz="1200" spc="45" dirty="0">
                <a:latin typeface="Cambria"/>
                <a:cs typeface="Cambria"/>
              </a:rPr>
              <a:t>do </a:t>
            </a:r>
            <a:r>
              <a:rPr lang="en-US" sz="1200" spc="15" dirty="0">
                <a:latin typeface="Cambria"/>
                <a:cs typeface="Cambria"/>
              </a:rPr>
              <a:t>is</a:t>
            </a:r>
            <a:endParaRPr lang="en-US" sz="1200" dirty="0">
              <a:latin typeface="Cambria"/>
              <a:cs typeface="Cambria"/>
            </a:endParaRPr>
          </a:p>
          <a:p>
            <a:pPr>
              <a:spcBef>
                <a:spcPts val="35"/>
              </a:spcBef>
            </a:pPr>
            <a:endParaRPr lang="en-US" sz="1200" dirty="0">
              <a:latin typeface="Cambria"/>
              <a:cs typeface="Cambria"/>
            </a:endParaRPr>
          </a:p>
          <a:p>
            <a:pPr marL="1283939"/>
            <a:r>
              <a:rPr lang="en-US" sz="1200" spc="65" dirty="0">
                <a:latin typeface="Cambria"/>
                <a:cs typeface="Cambria"/>
              </a:rPr>
              <a:t>GET</a:t>
            </a:r>
            <a:r>
              <a:rPr lang="en-US" sz="1200" spc="11" dirty="0">
                <a:latin typeface="Cambria"/>
                <a:cs typeface="Cambria"/>
              </a:rPr>
              <a:t> </a:t>
            </a:r>
            <a:r>
              <a:rPr lang="en-US" sz="1200" spc="75" dirty="0">
                <a:latin typeface="Cambria"/>
                <a:cs typeface="Cambria"/>
              </a:rPr>
              <a:t>FAMEDD…</a:t>
            </a:r>
            <a:endParaRPr lang="en-US" sz="1200" dirty="0">
              <a:latin typeface="Cambria"/>
              <a:cs typeface="Cambri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AAD53A-99E4-01BD-2AE9-45D595182B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91400" y="2430049"/>
            <a:ext cx="4379947" cy="29174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1B263B"/>
            </a:solidFill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Graphic 6" descr="Hourglass">
            <a:hlinkClick r:id="rId16" action="ppaction://hlinksldjump"/>
            <a:extLst>
              <a:ext uri="{FF2B5EF4-FFF2-40B4-BE49-F238E27FC236}">
                <a16:creationId xmlns:a16="http://schemas.microsoft.com/office/drawing/2014/main" id="{C9A06373-9765-254D-261B-CEF2991F3D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65711" y="3148555"/>
            <a:ext cx="539960" cy="53996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FDF656C-1333-BDB2-5F29-52C4B04A2999}"/>
              </a:ext>
            </a:extLst>
          </p:cNvPr>
          <p:cNvGrpSpPr/>
          <p:nvPr/>
        </p:nvGrpSpPr>
        <p:grpSpPr>
          <a:xfrm>
            <a:off x="-1058732" y="3077229"/>
            <a:ext cx="756000" cy="731900"/>
            <a:chOff x="985988" y="3085816"/>
            <a:chExt cx="756000" cy="7319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1AA2708-AF54-D73B-DA72-A97FABA6DCAB}"/>
                </a:ext>
              </a:extLst>
            </p:cNvPr>
            <p:cNvSpPr/>
            <p:nvPr/>
          </p:nvSpPr>
          <p:spPr>
            <a:xfrm>
              <a:off x="985988" y="3085816"/>
              <a:ext cx="756000" cy="7319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" name="Graphic 13" descr="Hourglass">
              <a:extLst>
                <a:ext uri="{FF2B5EF4-FFF2-40B4-BE49-F238E27FC236}">
                  <a16:creationId xmlns:a16="http://schemas.microsoft.com/office/drawing/2014/main" id="{8DE7FA0F-090B-E35B-8C8C-A7B085BBA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94008" y="3159020"/>
              <a:ext cx="539960" cy="539960"/>
            </a:xfrm>
            <a:prstGeom prst="rect">
              <a:avLst/>
            </a:prstGeom>
          </p:spPr>
        </p:pic>
      </p:grpSp>
      <p:pic>
        <p:nvPicPr>
          <p:cNvPr id="3" name="Graphic 2" descr="Head with gears">
            <a:hlinkClick r:id="rId19" action="ppaction://hlinksldjump"/>
            <a:extLst>
              <a:ext uri="{FF2B5EF4-FFF2-40B4-BE49-F238E27FC236}">
                <a16:creationId xmlns:a16="http://schemas.microsoft.com/office/drawing/2014/main" id="{AAEFA37E-1729-E432-56AA-B3EB9299414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1289" y="5416232"/>
            <a:ext cx="632219" cy="6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9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CDD7841-79AA-FE58-32CD-1CC4559AB21F}"/>
              </a:ext>
            </a:extLst>
          </p:cNvPr>
          <p:cNvGrpSpPr/>
          <p:nvPr/>
        </p:nvGrpSpPr>
        <p:grpSpPr>
          <a:xfrm>
            <a:off x="-873532" y="608565"/>
            <a:ext cx="756000" cy="756000"/>
            <a:chOff x="-944542" y="550485"/>
            <a:chExt cx="748447" cy="756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E5ED6BF-243B-D25A-962A-FBE44C996C89}"/>
                </a:ext>
              </a:extLst>
            </p:cNvPr>
            <p:cNvSpPr/>
            <p:nvPr/>
          </p:nvSpPr>
          <p:spPr>
            <a:xfrm>
              <a:off x="-944542" y="550485"/>
              <a:ext cx="748447" cy="756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4" name="Graphic 3" descr="Lightbulb">
              <a:extLst>
                <a:ext uri="{FF2B5EF4-FFF2-40B4-BE49-F238E27FC236}">
                  <a16:creationId xmlns:a16="http://schemas.microsoft.com/office/drawing/2014/main" id="{AAB067B6-B7D1-545E-2B3B-7E1F944C6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876319" y="614448"/>
              <a:ext cx="612000" cy="612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753BE7-AD76-F537-ED7B-562EC0BD4A5B}"/>
              </a:ext>
            </a:extLst>
          </p:cNvPr>
          <p:cNvGrpSpPr/>
          <p:nvPr/>
        </p:nvGrpSpPr>
        <p:grpSpPr>
          <a:xfrm>
            <a:off x="-895792" y="4321520"/>
            <a:ext cx="756000" cy="756000"/>
            <a:chOff x="-911594" y="4252441"/>
            <a:chExt cx="748447" cy="67008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CB64F8A-513D-84BB-9877-ABB4938C1A2A}"/>
                </a:ext>
              </a:extLst>
            </p:cNvPr>
            <p:cNvSpPr/>
            <p:nvPr/>
          </p:nvSpPr>
          <p:spPr>
            <a:xfrm>
              <a:off x="-911594" y="4252441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D14433AA-1408-1CF7-FE1F-4EEE70D3E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854750" y="4285900"/>
              <a:ext cx="612000" cy="6120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AB27CA-679B-F419-6E6B-DA1B2BCA236F}"/>
              </a:ext>
            </a:extLst>
          </p:cNvPr>
          <p:cNvGrpSpPr/>
          <p:nvPr/>
        </p:nvGrpSpPr>
        <p:grpSpPr>
          <a:xfrm>
            <a:off x="-976198" y="5417357"/>
            <a:ext cx="756000" cy="756000"/>
            <a:chOff x="-911594" y="5359193"/>
            <a:chExt cx="748447" cy="68780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B0733DB-73ED-76C2-77BB-B2079416981B}"/>
                </a:ext>
              </a:extLst>
            </p:cNvPr>
            <p:cNvSpPr/>
            <p:nvPr/>
          </p:nvSpPr>
          <p:spPr>
            <a:xfrm>
              <a:off x="-911594" y="5359193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" name="Graphic 13" descr="Users">
              <a:extLst>
                <a:ext uri="{FF2B5EF4-FFF2-40B4-BE49-F238E27FC236}">
                  <a16:creationId xmlns:a16="http://schemas.microsoft.com/office/drawing/2014/main" id="{0C550D95-6182-3177-4CA5-81900E3AD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841950" y="5434995"/>
              <a:ext cx="612000" cy="612000"/>
            </a:xfrm>
            <a:prstGeom prst="rect">
              <a:avLst/>
            </a:prstGeom>
          </p:spPr>
        </p:pic>
      </p:grpSp>
      <p:sp>
        <p:nvSpPr>
          <p:cNvPr id="19" name="Freeform: Shape 18">
            <a:hlinkClick r:id="rId8" action="ppaction://hlinksldjump"/>
            <a:extLst>
              <a:ext uri="{FF2B5EF4-FFF2-40B4-BE49-F238E27FC236}">
                <a16:creationId xmlns:a16="http://schemas.microsoft.com/office/drawing/2014/main" id="{08F78BFB-F33B-56BD-F599-32589D9D2587}"/>
              </a:ext>
            </a:extLst>
          </p:cNvPr>
          <p:cNvSpPr/>
          <p:nvPr/>
        </p:nvSpPr>
        <p:spPr>
          <a:xfrm rot="10800000">
            <a:off x="-14866" y="-6003820"/>
            <a:ext cx="1385611" cy="16084063"/>
          </a:xfrm>
          <a:custGeom>
            <a:avLst/>
            <a:gdLst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0 w 1385611"/>
              <a:gd name="connsiteY3" fmla="*/ 16084063 h 16084063"/>
              <a:gd name="connsiteX4" fmla="*/ 0 w 1385611"/>
              <a:gd name="connsiteY4" fmla="*/ 0 h 16084063"/>
              <a:gd name="connsiteX5" fmla="*/ 1385611 w 1385611"/>
              <a:gd name="connsiteY5" fmla="*/ 0 h 16084063"/>
              <a:gd name="connsiteX6" fmla="*/ 1385611 w 1385611"/>
              <a:gd name="connsiteY6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5611" h="16084063">
                <a:moveTo>
                  <a:pt x="1488" y="8879032"/>
                </a:moveTo>
                <a:cubicBezTo>
                  <a:pt x="-4272" y="8437472"/>
                  <a:pt x="516928" y="8524232"/>
                  <a:pt x="512528" y="8042032"/>
                </a:cubicBezTo>
                <a:cubicBezTo>
                  <a:pt x="508128" y="7559832"/>
                  <a:pt x="-4272" y="7656753"/>
                  <a:pt x="1488" y="7205033"/>
                </a:cubicBezTo>
                <a:lnTo>
                  <a:pt x="1488" y="8879032"/>
                </a:lnTo>
                <a:close/>
                <a:moveTo>
                  <a:pt x="0" y="16084063"/>
                </a:moveTo>
                <a:lnTo>
                  <a:pt x="0" y="0"/>
                </a:lnTo>
                <a:lnTo>
                  <a:pt x="1385611" y="0"/>
                </a:lnTo>
                <a:lnTo>
                  <a:pt x="1385611" y="16084063"/>
                </a:lnTo>
                <a:lnTo>
                  <a:pt x="0" y="1608406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1B2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7" name="Graphic 10" descr="Single gear">
            <a:hlinkClick r:id="rId9" action="ppaction://hlinksldjump"/>
            <a:extLst>
              <a:ext uri="{FF2B5EF4-FFF2-40B4-BE49-F238E27FC236}">
                <a16:creationId xmlns:a16="http://schemas.microsoft.com/office/drawing/2014/main" id="{0F7703BD-6113-A552-394D-DBE37F764D59}"/>
              </a:ext>
            </a:extLst>
          </p:cNvPr>
          <p:cNvSpPr/>
          <p:nvPr/>
        </p:nvSpPr>
        <p:spPr>
          <a:xfrm>
            <a:off x="300458" y="4366886"/>
            <a:ext cx="441839" cy="441189"/>
          </a:xfrm>
          <a:custGeom>
            <a:avLst/>
            <a:gdLst>
              <a:gd name="connsiteX0" fmla="*/ 220595 w 441838"/>
              <a:gd name="connsiteY0" fmla="*/ 298452 h 441189"/>
              <a:gd name="connsiteX1" fmla="*/ 142738 w 441838"/>
              <a:gd name="connsiteY1" fmla="*/ 220595 h 441189"/>
              <a:gd name="connsiteX2" fmla="*/ 220595 w 441838"/>
              <a:gd name="connsiteY2" fmla="*/ 142738 h 441189"/>
              <a:gd name="connsiteX3" fmla="*/ 298452 w 441838"/>
              <a:gd name="connsiteY3" fmla="*/ 220595 h 441189"/>
              <a:gd name="connsiteX4" fmla="*/ 220595 w 441838"/>
              <a:gd name="connsiteY4" fmla="*/ 298452 h 441189"/>
              <a:gd name="connsiteX5" fmla="*/ 395773 w 441838"/>
              <a:gd name="connsiteY5" fmla="*/ 171934 h 441189"/>
              <a:gd name="connsiteX6" fmla="*/ 378904 w 441838"/>
              <a:gd name="connsiteY6" fmla="*/ 131708 h 441189"/>
              <a:gd name="connsiteX7" fmla="*/ 395124 w 441838"/>
              <a:gd name="connsiteY7" fmla="*/ 83047 h 441189"/>
              <a:gd name="connsiteX8" fmla="*/ 358142 w 441838"/>
              <a:gd name="connsiteY8" fmla="*/ 46065 h 441189"/>
              <a:gd name="connsiteX9" fmla="*/ 309482 w 441838"/>
              <a:gd name="connsiteY9" fmla="*/ 62286 h 441189"/>
              <a:gd name="connsiteX10" fmla="*/ 268607 w 441838"/>
              <a:gd name="connsiteY10" fmla="*/ 45417 h 441189"/>
              <a:gd name="connsiteX11" fmla="*/ 246547 w 441838"/>
              <a:gd name="connsiteY11" fmla="*/ 0 h 441189"/>
              <a:gd name="connsiteX12" fmla="*/ 194643 w 441838"/>
              <a:gd name="connsiteY12" fmla="*/ 0 h 441189"/>
              <a:gd name="connsiteX13" fmla="*/ 171934 w 441838"/>
              <a:gd name="connsiteY13" fmla="*/ 45417 h 441189"/>
              <a:gd name="connsiteX14" fmla="*/ 131708 w 441838"/>
              <a:gd name="connsiteY14" fmla="*/ 62286 h 441189"/>
              <a:gd name="connsiteX15" fmla="*/ 83047 w 441838"/>
              <a:gd name="connsiteY15" fmla="*/ 46065 h 441189"/>
              <a:gd name="connsiteX16" fmla="*/ 46065 w 441838"/>
              <a:gd name="connsiteY16" fmla="*/ 83047 h 441189"/>
              <a:gd name="connsiteX17" fmla="*/ 62286 w 441838"/>
              <a:gd name="connsiteY17" fmla="*/ 131708 h 441189"/>
              <a:gd name="connsiteX18" fmla="*/ 45417 w 441838"/>
              <a:gd name="connsiteY18" fmla="*/ 172583 h 441189"/>
              <a:gd name="connsiteX19" fmla="*/ 0 w 441838"/>
              <a:gd name="connsiteY19" fmla="*/ 194643 h 441189"/>
              <a:gd name="connsiteX20" fmla="*/ 0 w 441838"/>
              <a:gd name="connsiteY20" fmla="*/ 246547 h 441189"/>
              <a:gd name="connsiteX21" fmla="*/ 45417 w 441838"/>
              <a:gd name="connsiteY21" fmla="*/ 269255 h 441189"/>
              <a:gd name="connsiteX22" fmla="*/ 62286 w 441838"/>
              <a:gd name="connsiteY22" fmla="*/ 309482 h 441189"/>
              <a:gd name="connsiteX23" fmla="*/ 46065 w 441838"/>
              <a:gd name="connsiteY23" fmla="*/ 358142 h 441189"/>
              <a:gd name="connsiteX24" fmla="*/ 83047 w 441838"/>
              <a:gd name="connsiteY24" fmla="*/ 395124 h 441189"/>
              <a:gd name="connsiteX25" fmla="*/ 131708 w 441838"/>
              <a:gd name="connsiteY25" fmla="*/ 378904 h 441189"/>
              <a:gd name="connsiteX26" fmla="*/ 172583 w 441838"/>
              <a:gd name="connsiteY26" fmla="*/ 395773 h 441189"/>
              <a:gd name="connsiteX27" fmla="*/ 195291 w 441838"/>
              <a:gd name="connsiteY27" fmla="*/ 441190 h 441189"/>
              <a:gd name="connsiteX28" fmla="*/ 247196 w 441838"/>
              <a:gd name="connsiteY28" fmla="*/ 441190 h 441189"/>
              <a:gd name="connsiteX29" fmla="*/ 269904 w 441838"/>
              <a:gd name="connsiteY29" fmla="*/ 395773 h 441189"/>
              <a:gd name="connsiteX30" fmla="*/ 310130 w 441838"/>
              <a:gd name="connsiteY30" fmla="*/ 378904 h 441189"/>
              <a:gd name="connsiteX31" fmla="*/ 358791 w 441838"/>
              <a:gd name="connsiteY31" fmla="*/ 395124 h 441189"/>
              <a:gd name="connsiteX32" fmla="*/ 395773 w 441838"/>
              <a:gd name="connsiteY32" fmla="*/ 358142 h 441189"/>
              <a:gd name="connsiteX33" fmla="*/ 379553 w 441838"/>
              <a:gd name="connsiteY33" fmla="*/ 309482 h 441189"/>
              <a:gd name="connsiteX34" fmla="*/ 396422 w 441838"/>
              <a:gd name="connsiteY34" fmla="*/ 268607 h 441189"/>
              <a:gd name="connsiteX35" fmla="*/ 441838 w 441838"/>
              <a:gd name="connsiteY35" fmla="*/ 245898 h 441189"/>
              <a:gd name="connsiteX36" fmla="*/ 441838 w 441838"/>
              <a:gd name="connsiteY36" fmla="*/ 193994 h 441189"/>
              <a:gd name="connsiteX37" fmla="*/ 395773 w 441838"/>
              <a:gd name="connsiteY37" fmla="*/ 171934 h 44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41838" h="441189">
                <a:moveTo>
                  <a:pt x="220595" y="298452"/>
                </a:moveTo>
                <a:cubicBezTo>
                  <a:pt x="177774" y="298452"/>
                  <a:pt x="142738" y="263416"/>
                  <a:pt x="142738" y="220595"/>
                </a:cubicBezTo>
                <a:cubicBezTo>
                  <a:pt x="142738" y="177774"/>
                  <a:pt x="177774" y="142738"/>
                  <a:pt x="220595" y="142738"/>
                </a:cubicBezTo>
                <a:cubicBezTo>
                  <a:pt x="263416" y="142738"/>
                  <a:pt x="298452" y="177774"/>
                  <a:pt x="298452" y="220595"/>
                </a:cubicBezTo>
                <a:cubicBezTo>
                  <a:pt x="298452" y="263416"/>
                  <a:pt x="263416" y="298452"/>
                  <a:pt x="220595" y="298452"/>
                </a:cubicBezTo>
                <a:close/>
                <a:moveTo>
                  <a:pt x="395773" y="171934"/>
                </a:moveTo>
                <a:cubicBezTo>
                  <a:pt x="391880" y="157660"/>
                  <a:pt x="386041" y="144035"/>
                  <a:pt x="378904" y="131708"/>
                </a:cubicBezTo>
                <a:lnTo>
                  <a:pt x="395124" y="83047"/>
                </a:lnTo>
                <a:lnTo>
                  <a:pt x="358142" y="46065"/>
                </a:lnTo>
                <a:lnTo>
                  <a:pt x="309482" y="62286"/>
                </a:lnTo>
                <a:cubicBezTo>
                  <a:pt x="296505" y="55149"/>
                  <a:pt x="282880" y="49309"/>
                  <a:pt x="268607" y="45417"/>
                </a:cubicBezTo>
                <a:lnTo>
                  <a:pt x="246547" y="0"/>
                </a:lnTo>
                <a:lnTo>
                  <a:pt x="194643" y="0"/>
                </a:lnTo>
                <a:lnTo>
                  <a:pt x="171934" y="45417"/>
                </a:lnTo>
                <a:cubicBezTo>
                  <a:pt x="157660" y="49309"/>
                  <a:pt x="144035" y="55149"/>
                  <a:pt x="131708" y="62286"/>
                </a:cubicBezTo>
                <a:lnTo>
                  <a:pt x="83047" y="46065"/>
                </a:lnTo>
                <a:lnTo>
                  <a:pt x="46065" y="83047"/>
                </a:lnTo>
                <a:lnTo>
                  <a:pt x="62286" y="131708"/>
                </a:lnTo>
                <a:cubicBezTo>
                  <a:pt x="55149" y="144684"/>
                  <a:pt x="49309" y="158309"/>
                  <a:pt x="45417" y="172583"/>
                </a:cubicBezTo>
                <a:lnTo>
                  <a:pt x="0" y="194643"/>
                </a:lnTo>
                <a:lnTo>
                  <a:pt x="0" y="246547"/>
                </a:lnTo>
                <a:lnTo>
                  <a:pt x="45417" y="269255"/>
                </a:lnTo>
                <a:cubicBezTo>
                  <a:pt x="49309" y="283529"/>
                  <a:pt x="55149" y="297154"/>
                  <a:pt x="62286" y="309482"/>
                </a:cubicBezTo>
                <a:lnTo>
                  <a:pt x="46065" y="358142"/>
                </a:lnTo>
                <a:lnTo>
                  <a:pt x="83047" y="395124"/>
                </a:lnTo>
                <a:lnTo>
                  <a:pt x="131708" y="378904"/>
                </a:lnTo>
                <a:cubicBezTo>
                  <a:pt x="144684" y="386041"/>
                  <a:pt x="158309" y="391880"/>
                  <a:pt x="172583" y="395773"/>
                </a:cubicBezTo>
                <a:lnTo>
                  <a:pt x="195291" y="441190"/>
                </a:lnTo>
                <a:lnTo>
                  <a:pt x="247196" y="441190"/>
                </a:lnTo>
                <a:lnTo>
                  <a:pt x="269904" y="395773"/>
                </a:lnTo>
                <a:cubicBezTo>
                  <a:pt x="284178" y="391880"/>
                  <a:pt x="297803" y="386041"/>
                  <a:pt x="310130" y="378904"/>
                </a:cubicBezTo>
                <a:lnTo>
                  <a:pt x="358791" y="395124"/>
                </a:lnTo>
                <a:lnTo>
                  <a:pt x="395773" y="358142"/>
                </a:lnTo>
                <a:lnTo>
                  <a:pt x="379553" y="309482"/>
                </a:lnTo>
                <a:cubicBezTo>
                  <a:pt x="386690" y="296505"/>
                  <a:pt x="392529" y="282880"/>
                  <a:pt x="396422" y="268607"/>
                </a:cubicBezTo>
                <a:lnTo>
                  <a:pt x="441838" y="245898"/>
                </a:lnTo>
                <a:lnTo>
                  <a:pt x="441838" y="193994"/>
                </a:lnTo>
                <a:lnTo>
                  <a:pt x="395773" y="17193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644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28" name="Graphic 27" descr="Lightbulb">
            <a:hlinkClick r:id="rId10" action="ppaction://hlinksldjump"/>
            <a:extLst>
              <a:ext uri="{FF2B5EF4-FFF2-40B4-BE49-F238E27FC236}">
                <a16:creationId xmlns:a16="http://schemas.microsoft.com/office/drawing/2014/main" id="{ED26B04F-43AE-270D-A388-14FAE9D2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389" y="608565"/>
            <a:ext cx="612000" cy="612000"/>
          </a:xfrm>
          <a:prstGeom prst="rect">
            <a:avLst/>
          </a:prstGeom>
        </p:spPr>
      </p:pic>
      <p:pic>
        <p:nvPicPr>
          <p:cNvPr id="29" name="Graphic 28" descr="Upward trend">
            <a:hlinkClick r:id="rId11" action="ppaction://hlinksldjump"/>
            <a:extLst>
              <a:ext uri="{FF2B5EF4-FFF2-40B4-BE49-F238E27FC236}">
                <a16:creationId xmlns:a16="http://schemas.microsoft.com/office/drawing/2014/main" id="{2B77C365-3D22-54B2-470A-A87475A9D5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2268" y="1756547"/>
            <a:ext cx="612000" cy="612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1000CB7-F553-CF24-1077-3610E0509023}"/>
              </a:ext>
            </a:extLst>
          </p:cNvPr>
          <p:cNvGrpSpPr/>
          <p:nvPr/>
        </p:nvGrpSpPr>
        <p:grpSpPr>
          <a:xfrm>
            <a:off x="992747" y="1684547"/>
            <a:ext cx="756000" cy="756000"/>
            <a:chOff x="-911594" y="1712304"/>
            <a:chExt cx="748447" cy="71618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BFA78E4-DD2B-A124-69AD-7EC9AF53440E}"/>
                </a:ext>
              </a:extLst>
            </p:cNvPr>
            <p:cNvSpPr/>
            <p:nvPr/>
          </p:nvSpPr>
          <p:spPr>
            <a:xfrm>
              <a:off x="-911594" y="1758410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766D28A-5E58-60FA-F5E6-1949D13E4359}"/>
                </a:ext>
              </a:extLst>
            </p:cNvPr>
            <p:cNvSpPr/>
            <p:nvPr/>
          </p:nvSpPr>
          <p:spPr>
            <a:xfrm>
              <a:off x="-911594" y="1712304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" name="Graphic 7" descr="Upward trend">
              <a:extLst>
                <a:ext uri="{FF2B5EF4-FFF2-40B4-BE49-F238E27FC236}">
                  <a16:creationId xmlns:a16="http://schemas.microsoft.com/office/drawing/2014/main" id="{F8AD8DB5-063D-2C84-8FEB-BBB0C34FB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854750" y="1756547"/>
              <a:ext cx="612000" cy="612000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1E91D9D-EBD1-9BE5-4B24-6F7A072F8490}"/>
              </a:ext>
            </a:extLst>
          </p:cNvPr>
          <p:cNvSpPr/>
          <p:nvPr/>
        </p:nvSpPr>
        <p:spPr>
          <a:xfrm>
            <a:off x="5029200" y="231764"/>
            <a:ext cx="3276600" cy="609600"/>
          </a:xfrm>
          <a:prstGeom prst="rect">
            <a:avLst/>
          </a:prstGeom>
          <a:solidFill>
            <a:srgbClr val="0D1B2A"/>
          </a:solidFill>
          <a:ln>
            <a:solidFill>
              <a:srgbClr val="415A77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LIVE YOURSELF</a:t>
            </a:r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8D48A6DB-8FBC-1D96-2B2A-158E5ABE9D43}"/>
              </a:ext>
            </a:extLst>
          </p:cNvPr>
          <p:cNvSpPr/>
          <p:nvPr/>
        </p:nvSpPr>
        <p:spPr>
          <a:xfrm>
            <a:off x="2743200" y="1981200"/>
            <a:ext cx="4343400" cy="4038600"/>
          </a:xfrm>
          <a:prstGeom prst="foldedCorner">
            <a:avLst/>
          </a:prstGeom>
          <a:solidFill>
            <a:srgbClr val="0D1B2A"/>
          </a:solidFill>
          <a:ln>
            <a:solidFill>
              <a:srgbClr val="778DA9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lang="en-US" sz="1600" dirty="0">
              <a:latin typeface="Times New Roman"/>
              <a:cs typeface="Times New Roman"/>
            </a:endParaRPr>
          </a:p>
          <a:p>
            <a:pPr marL="227960"/>
            <a:r>
              <a:rPr lang="en-US" sz="1200" dirty="0">
                <a:latin typeface="Cambria"/>
                <a:cs typeface="Cambria"/>
              </a:rPr>
              <a:t>idea behind the project title is to provide people a website  which can help them to compete stay relevant by paying a  price that they can afford.</a:t>
            </a:r>
          </a:p>
          <a:p>
            <a:pPr>
              <a:spcBef>
                <a:spcPts val="35"/>
              </a:spcBef>
            </a:pPr>
            <a:endParaRPr lang="en-US" sz="1200" dirty="0">
              <a:latin typeface="Cambria"/>
              <a:cs typeface="Cambria"/>
            </a:endParaRPr>
          </a:p>
          <a:p>
            <a:pPr marL="1283939"/>
            <a:r>
              <a:rPr lang="en-US" sz="1200" spc="65" dirty="0">
                <a:latin typeface="Cambria"/>
                <a:cs typeface="Cambria"/>
              </a:rPr>
              <a:t>GET</a:t>
            </a:r>
            <a:r>
              <a:rPr lang="en-US" sz="1200" spc="11" dirty="0">
                <a:latin typeface="Cambria"/>
                <a:cs typeface="Cambria"/>
              </a:rPr>
              <a:t> </a:t>
            </a:r>
            <a:r>
              <a:rPr lang="en-US" sz="1200" spc="75" dirty="0">
                <a:latin typeface="Cambria"/>
                <a:cs typeface="Cambria"/>
              </a:rPr>
              <a:t>FAMEDD…</a:t>
            </a:r>
            <a:endParaRPr lang="en-US" sz="1200" dirty="0">
              <a:latin typeface="Cambria"/>
              <a:cs typeface="Cambria"/>
            </a:endParaRPr>
          </a:p>
        </p:txBody>
      </p:sp>
      <p:pic>
        <p:nvPicPr>
          <p:cNvPr id="38" name="object 16">
            <a:extLst>
              <a:ext uri="{FF2B5EF4-FFF2-40B4-BE49-F238E27FC236}">
                <a16:creationId xmlns:a16="http://schemas.microsoft.com/office/drawing/2014/main" id="{D6FACCB9-AF53-99DF-77FC-A1180F7C86FE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467600" y="2391878"/>
            <a:ext cx="4343400" cy="276668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D1B2A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2" name="Graphic 31" descr="Hourglass">
            <a:hlinkClick r:id="rId17" action="ppaction://hlinksldjump"/>
            <a:extLst>
              <a:ext uri="{FF2B5EF4-FFF2-40B4-BE49-F238E27FC236}">
                <a16:creationId xmlns:a16="http://schemas.microsoft.com/office/drawing/2014/main" id="{7A4A7BEE-D538-2D01-6AB8-2B1B117142E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5711" y="3148555"/>
            <a:ext cx="539960" cy="53996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365AF50-3F97-3D72-CE06-7C1491336801}"/>
              </a:ext>
            </a:extLst>
          </p:cNvPr>
          <p:cNvGrpSpPr/>
          <p:nvPr/>
        </p:nvGrpSpPr>
        <p:grpSpPr>
          <a:xfrm>
            <a:off x="-911172" y="3271448"/>
            <a:ext cx="756000" cy="731900"/>
            <a:chOff x="985988" y="3085816"/>
            <a:chExt cx="756000" cy="7319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060C473-5972-8F66-1886-1FC58A15DA3C}"/>
                </a:ext>
              </a:extLst>
            </p:cNvPr>
            <p:cNvSpPr/>
            <p:nvPr/>
          </p:nvSpPr>
          <p:spPr>
            <a:xfrm>
              <a:off x="985988" y="3085816"/>
              <a:ext cx="756000" cy="7319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6" name="Graphic 35" descr="Hourglass">
              <a:extLst>
                <a:ext uri="{FF2B5EF4-FFF2-40B4-BE49-F238E27FC236}">
                  <a16:creationId xmlns:a16="http://schemas.microsoft.com/office/drawing/2014/main" id="{1EF4DF78-9441-FC2A-3F7C-02C56BC9A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94008" y="3159020"/>
              <a:ext cx="539960" cy="539960"/>
            </a:xfrm>
            <a:prstGeom prst="rect">
              <a:avLst/>
            </a:prstGeom>
          </p:spPr>
        </p:pic>
      </p:grpSp>
      <p:pic>
        <p:nvPicPr>
          <p:cNvPr id="16" name="Graphic 15" descr="Head with gears">
            <a:hlinkClick r:id="rId8" action="ppaction://hlinksldjump"/>
            <a:extLst>
              <a:ext uri="{FF2B5EF4-FFF2-40B4-BE49-F238E27FC236}">
                <a16:creationId xmlns:a16="http://schemas.microsoft.com/office/drawing/2014/main" id="{44AB095E-76C9-1A95-03BC-EAFE649D620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1289" y="5416232"/>
            <a:ext cx="632219" cy="6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29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15A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CD881E-4140-1170-B0A2-6DCD08A94B79}"/>
              </a:ext>
            </a:extLst>
          </p:cNvPr>
          <p:cNvGrpSpPr/>
          <p:nvPr/>
        </p:nvGrpSpPr>
        <p:grpSpPr>
          <a:xfrm>
            <a:off x="-905270" y="608565"/>
            <a:ext cx="756000" cy="756000"/>
            <a:chOff x="-944542" y="550485"/>
            <a:chExt cx="748447" cy="756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EF8F053-4A05-0EC8-F0F1-B0AEEBD2EB34}"/>
                </a:ext>
              </a:extLst>
            </p:cNvPr>
            <p:cNvSpPr/>
            <p:nvPr/>
          </p:nvSpPr>
          <p:spPr>
            <a:xfrm>
              <a:off x="-944542" y="550485"/>
              <a:ext cx="748447" cy="756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4" name="Graphic 3" descr="Lightbulb">
              <a:extLst>
                <a:ext uri="{FF2B5EF4-FFF2-40B4-BE49-F238E27FC236}">
                  <a16:creationId xmlns:a16="http://schemas.microsoft.com/office/drawing/2014/main" id="{C9DA4647-9B8D-38E4-586B-59213CF8C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876319" y="614448"/>
              <a:ext cx="612000" cy="6120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E57B306-BF4E-ACDE-6A1C-0FA4BD667EDF}"/>
              </a:ext>
            </a:extLst>
          </p:cNvPr>
          <p:cNvGrpSpPr/>
          <p:nvPr/>
        </p:nvGrpSpPr>
        <p:grpSpPr>
          <a:xfrm>
            <a:off x="-932533" y="1608121"/>
            <a:ext cx="756000" cy="756000"/>
            <a:chOff x="-911594" y="1712304"/>
            <a:chExt cx="748447" cy="71618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35C4C9C-3144-9A2B-7E59-94BC08ED127B}"/>
                </a:ext>
              </a:extLst>
            </p:cNvPr>
            <p:cNvSpPr/>
            <p:nvPr/>
          </p:nvSpPr>
          <p:spPr>
            <a:xfrm>
              <a:off x="-911594" y="1758410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71703A5-4FEC-7E0D-B72E-5D4EDC22FCCF}"/>
                </a:ext>
              </a:extLst>
            </p:cNvPr>
            <p:cNvSpPr/>
            <p:nvPr/>
          </p:nvSpPr>
          <p:spPr>
            <a:xfrm>
              <a:off x="-911594" y="1712304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" name="Graphic 7" descr="Upward trend">
              <a:extLst>
                <a:ext uri="{FF2B5EF4-FFF2-40B4-BE49-F238E27FC236}">
                  <a16:creationId xmlns:a16="http://schemas.microsoft.com/office/drawing/2014/main" id="{FC7A6C2B-350E-CD05-D1E1-0A52A400E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854750" y="1756547"/>
              <a:ext cx="612000" cy="612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63C5F6-B1FD-620B-80F9-18E10AF5389A}"/>
              </a:ext>
            </a:extLst>
          </p:cNvPr>
          <p:cNvGrpSpPr/>
          <p:nvPr/>
        </p:nvGrpSpPr>
        <p:grpSpPr>
          <a:xfrm>
            <a:off x="-983510" y="4222053"/>
            <a:ext cx="756000" cy="756000"/>
            <a:chOff x="-911594" y="4252441"/>
            <a:chExt cx="748447" cy="6700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DBB06D-6F4E-42D9-6956-69B1AB86B562}"/>
                </a:ext>
              </a:extLst>
            </p:cNvPr>
            <p:cNvSpPr/>
            <p:nvPr/>
          </p:nvSpPr>
          <p:spPr>
            <a:xfrm>
              <a:off x="-911594" y="4252441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C26B82C5-4B19-07B8-4331-FE6F71E3C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854750" y="4285900"/>
              <a:ext cx="612000" cy="612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F28659-0FE8-362E-A12C-D4DFE886AEDB}"/>
              </a:ext>
            </a:extLst>
          </p:cNvPr>
          <p:cNvGrpSpPr/>
          <p:nvPr/>
        </p:nvGrpSpPr>
        <p:grpSpPr>
          <a:xfrm>
            <a:off x="-1008995" y="5396644"/>
            <a:ext cx="756000" cy="756000"/>
            <a:chOff x="-911594" y="5359193"/>
            <a:chExt cx="748447" cy="6878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17E62F6-9E8B-FF37-2107-68F7898452BA}"/>
                </a:ext>
              </a:extLst>
            </p:cNvPr>
            <p:cNvSpPr/>
            <p:nvPr/>
          </p:nvSpPr>
          <p:spPr>
            <a:xfrm>
              <a:off x="-911594" y="5359193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Graphic 17" descr="Users">
              <a:extLst>
                <a:ext uri="{FF2B5EF4-FFF2-40B4-BE49-F238E27FC236}">
                  <a16:creationId xmlns:a16="http://schemas.microsoft.com/office/drawing/2014/main" id="{A70EAFB3-70AB-2AB3-2151-BB6881845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841950" y="5434995"/>
              <a:ext cx="612000" cy="612000"/>
            </a:xfrm>
            <a:prstGeom prst="rect">
              <a:avLst/>
            </a:prstGeom>
          </p:spPr>
        </p:pic>
      </p:grpSp>
      <p:sp>
        <p:nvSpPr>
          <p:cNvPr id="32" name="Freeform: Shape 31">
            <a:hlinkClick r:id="rId10" action="ppaction://hlinksldjump"/>
            <a:extLst>
              <a:ext uri="{FF2B5EF4-FFF2-40B4-BE49-F238E27FC236}">
                <a16:creationId xmlns:a16="http://schemas.microsoft.com/office/drawing/2014/main" id="{0C52C5D2-EEEF-3D49-7A43-65F7BF92E713}"/>
              </a:ext>
            </a:extLst>
          </p:cNvPr>
          <p:cNvSpPr/>
          <p:nvPr/>
        </p:nvSpPr>
        <p:spPr>
          <a:xfrm rot="10800000">
            <a:off x="1" y="-4613030"/>
            <a:ext cx="1385611" cy="16084063"/>
          </a:xfrm>
          <a:custGeom>
            <a:avLst/>
            <a:gdLst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0 w 1385611"/>
              <a:gd name="connsiteY3" fmla="*/ 16084063 h 16084063"/>
              <a:gd name="connsiteX4" fmla="*/ 0 w 1385611"/>
              <a:gd name="connsiteY4" fmla="*/ 0 h 16084063"/>
              <a:gd name="connsiteX5" fmla="*/ 1385611 w 1385611"/>
              <a:gd name="connsiteY5" fmla="*/ 0 h 16084063"/>
              <a:gd name="connsiteX6" fmla="*/ 1385611 w 1385611"/>
              <a:gd name="connsiteY6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5611" h="16084063">
                <a:moveTo>
                  <a:pt x="1488" y="8879032"/>
                </a:moveTo>
                <a:cubicBezTo>
                  <a:pt x="-4272" y="8437472"/>
                  <a:pt x="516928" y="8524232"/>
                  <a:pt x="512528" y="8042032"/>
                </a:cubicBezTo>
                <a:cubicBezTo>
                  <a:pt x="508128" y="7559832"/>
                  <a:pt x="-4272" y="7656753"/>
                  <a:pt x="1488" y="7205033"/>
                </a:cubicBezTo>
                <a:lnTo>
                  <a:pt x="1488" y="8879032"/>
                </a:lnTo>
                <a:close/>
                <a:moveTo>
                  <a:pt x="0" y="16084063"/>
                </a:moveTo>
                <a:lnTo>
                  <a:pt x="0" y="0"/>
                </a:lnTo>
                <a:lnTo>
                  <a:pt x="1385611" y="0"/>
                </a:lnTo>
                <a:lnTo>
                  <a:pt x="1385611" y="16084063"/>
                </a:lnTo>
                <a:lnTo>
                  <a:pt x="0" y="1608406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415A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7" name="Graphic 10" descr="Single gear">
            <a:hlinkClick r:id="rId11" action="ppaction://hlinksldjump"/>
            <a:extLst>
              <a:ext uri="{FF2B5EF4-FFF2-40B4-BE49-F238E27FC236}">
                <a16:creationId xmlns:a16="http://schemas.microsoft.com/office/drawing/2014/main" id="{E72C7187-D587-6A76-59E9-D10E1F1A978B}"/>
              </a:ext>
            </a:extLst>
          </p:cNvPr>
          <p:cNvSpPr/>
          <p:nvPr/>
        </p:nvSpPr>
        <p:spPr>
          <a:xfrm>
            <a:off x="398735" y="4366887"/>
            <a:ext cx="441839" cy="441189"/>
          </a:xfrm>
          <a:custGeom>
            <a:avLst/>
            <a:gdLst>
              <a:gd name="connsiteX0" fmla="*/ 220595 w 441838"/>
              <a:gd name="connsiteY0" fmla="*/ 298452 h 441189"/>
              <a:gd name="connsiteX1" fmla="*/ 142738 w 441838"/>
              <a:gd name="connsiteY1" fmla="*/ 220595 h 441189"/>
              <a:gd name="connsiteX2" fmla="*/ 220595 w 441838"/>
              <a:gd name="connsiteY2" fmla="*/ 142738 h 441189"/>
              <a:gd name="connsiteX3" fmla="*/ 298452 w 441838"/>
              <a:gd name="connsiteY3" fmla="*/ 220595 h 441189"/>
              <a:gd name="connsiteX4" fmla="*/ 220595 w 441838"/>
              <a:gd name="connsiteY4" fmla="*/ 298452 h 441189"/>
              <a:gd name="connsiteX5" fmla="*/ 395773 w 441838"/>
              <a:gd name="connsiteY5" fmla="*/ 171934 h 441189"/>
              <a:gd name="connsiteX6" fmla="*/ 378904 w 441838"/>
              <a:gd name="connsiteY6" fmla="*/ 131708 h 441189"/>
              <a:gd name="connsiteX7" fmla="*/ 395124 w 441838"/>
              <a:gd name="connsiteY7" fmla="*/ 83047 h 441189"/>
              <a:gd name="connsiteX8" fmla="*/ 358142 w 441838"/>
              <a:gd name="connsiteY8" fmla="*/ 46065 h 441189"/>
              <a:gd name="connsiteX9" fmla="*/ 309482 w 441838"/>
              <a:gd name="connsiteY9" fmla="*/ 62286 h 441189"/>
              <a:gd name="connsiteX10" fmla="*/ 268607 w 441838"/>
              <a:gd name="connsiteY10" fmla="*/ 45417 h 441189"/>
              <a:gd name="connsiteX11" fmla="*/ 246547 w 441838"/>
              <a:gd name="connsiteY11" fmla="*/ 0 h 441189"/>
              <a:gd name="connsiteX12" fmla="*/ 194643 w 441838"/>
              <a:gd name="connsiteY12" fmla="*/ 0 h 441189"/>
              <a:gd name="connsiteX13" fmla="*/ 171934 w 441838"/>
              <a:gd name="connsiteY13" fmla="*/ 45417 h 441189"/>
              <a:gd name="connsiteX14" fmla="*/ 131708 w 441838"/>
              <a:gd name="connsiteY14" fmla="*/ 62286 h 441189"/>
              <a:gd name="connsiteX15" fmla="*/ 83047 w 441838"/>
              <a:gd name="connsiteY15" fmla="*/ 46065 h 441189"/>
              <a:gd name="connsiteX16" fmla="*/ 46065 w 441838"/>
              <a:gd name="connsiteY16" fmla="*/ 83047 h 441189"/>
              <a:gd name="connsiteX17" fmla="*/ 62286 w 441838"/>
              <a:gd name="connsiteY17" fmla="*/ 131708 h 441189"/>
              <a:gd name="connsiteX18" fmla="*/ 45417 w 441838"/>
              <a:gd name="connsiteY18" fmla="*/ 172583 h 441189"/>
              <a:gd name="connsiteX19" fmla="*/ 0 w 441838"/>
              <a:gd name="connsiteY19" fmla="*/ 194643 h 441189"/>
              <a:gd name="connsiteX20" fmla="*/ 0 w 441838"/>
              <a:gd name="connsiteY20" fmla="*/ 246547 h 441189"/>
              <a:gd name="connsiteX21" fmla="*/ 45417 w 441838"/>
              <a:gd name="connsiteY21" fmla="*/ 269255 h 441189"/>
              <a:gd name="connsiteX22" fmla="*/ 62286 w 441838"/>
              <a:gd name="connsiteY22" fmla="*/ 309482 h 441189"/>
              <a:gd name="connsiteX23" fmla="*/ 46065 w 441838"/>
              <a:gd name="connsiteY23" fmla="*/ 358142 h 441189"/>
              <a:gd name="connsiteX24" fmla="*/ 83047 w 441838"/>
              <a:gd name="connsiteY24" fmla="*/ 395124 h 441189"/>
              <a:gd name="connsiteX25" fmla="*/ 131708 w 441838"/>
              <a:gd name="connsiteY25" fmla="*/ 378904 h 441189"/>
              <a:gd name="connsiteX26" fmla="*/ 172583 w 441838"/>
              <a:gd name="connsiteY26" fmla="*/ 395773 h 441189"/>
              <a:gd name="connsiteX27" fmla="*/ 195291 w 441838"/>
              <a:gd name="connsiteY27" fmla="*/ 441190 h 441189"/>
              <a:gd name="connsiteX28" fmla="*/ 247196 w 441838"/>
              <a:gd name="connsiteY28" fmla="*/ 441190 h 441189"/>
              <a:gd name="connsiteX29" fmla="*/ 269904 w 441838"/>
              <a:gd name="connsiteY29" fmla="*/ 395773 h 441189"/>
              <a:gd name="connsiteX30" fmla="*/ 310130 w 441838"/>
              <a:gd name="connsiteY30" fmla="*/ 378904 h 441189"/>
              <a:gd name="connsiteX31" fmla="*/ 358791 w 441838"/>
              <a:gd name="connsiteY31" fmla="*/ 395124 h 441189"/>
              <a:gd name="connsiteX32" fmla="*/ 395773 w 441838"/>
              <a:gd name="connsiteY32" fmla="*/ 358142 h 441189"/>
              <a:gd name="connsiteX33" fmla="*/ 379553 w 441838"/>
              <a:gd name="connsiteY33" fmla="*/ 309482 h 441189"/>
              <a:gd name="connsiteX34" fmla="*/ 396422 w 441838"/>
              <a:gd name="connsiteY34" fmla="*/ 268607 h 441189"/>
              <a:gd name="connsiteX35" fmla="*/ 441838 w 441838"/>
              <a:gd name="connsiteY35" fmla="*/ 245898 h 441189"/>
              <a:gd name="connsiteX36" fmla="*/ 441838 w 441838"/>
              <a:gd name="connsiteY36" fmla="*/ 193994 h 441189"/>
              <a:gd name="connsiteX37" fmla="*/ 395773 w 441838"/>
              <a:gd name="connsiteY37" fmla="*/ 171934 h 44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41838" h="441189">
                <a:moveTo>
                  <a:pt x="220595" y="298452"/>
                </a:moveTo>
                <a:cubicBezTo>
                  <a:pt x="177774" y="298452"/>
                  <a:pt x="142738" y="263416"/>
                  <a:pt x="142738" y="220595"/>
                </a:cubicBezTo>
                <a:cubicBezTo>
                  <a:pt x="142738" y="177774"/>
                  <a:pt x="177774" y="142738"/>
                  <a:pt x="220595" y="142738"/>
                </a:cubicBezTo>
                <a:cubicBezTo>
                  <a:pt x="263416" y="142738"/>
                  <a:pt x="298452" y="177774"/>
                  <a:pt x="298452" y="220595"/>
                </a:cubicBezTo>
                <a:cubicBezTo>
                  <a:pt x="298452" y="263416"/>
                  <a:pt x="263416" y="298452"/>
                  <a:pt x="220595" y="298452"/>
                </a:cubicBezTo>
                <a:close/>
                <a:moveTo>
                  <a:pt x="395773" y="171934"/>
                </a:moveTo>
                <a:cubicBezTo>
                  <a:pt x="391880" y="157660"/>
                  <a:pt x="386041" y="144035"/>
                  <a:pt x="378904" y="131708"/>
                </a:cubicBezTo>
                <a:lnTo>
                  <a:pt x="395124" y="83047"/>
                </a:lnTo>
                <a:lnTo>
                  <a:pt x="358142" y="46065"/>
                </a:lnTo>
                <a:lnTo>
                  <a:pt x="309482" y="62286"/>
                </a:lnTo>
                <a:cubicBezTo>
                  <a:pt x="296505" y="55149"/>
                  <a:pt x="282880" y="49309"/>
                  <a:pt x="268607" y="45417"/>
                </a:cubicBezTo>
                <a:lnTo>
                  <a:pt x="246547" y="0"/>
                </a:lnTo>
                <a:lnTo>
                  <a:pt x="194643" y="0"/>
                </a:lnTo>
                <a:lnTo>
                  <a:pt x="171934" y="45417"/>
                </a:lnTo>
                <a:cubicBezTo>
                  <a:pt x="157660" y="49309"/>
                  <a:pt x="144035" y="55149"/>
                  <a:pt x="131708" y="62286"/>
                </a:cubicBezTo>
                <a:lnTo>
                  <a:pt x="83047" y="46065"/>
                </a:lnTo>
                <a:lnTo>
                  <a:pt x="46065" y="83047"/>
                </a:lnTo>
                <a:lnTo>
                  <a:pt x="62286" y="131708"/>
                </a:lnTo>
                <a:cubicBezTo>
                  <a:pt x="55149" y="144684"/>
                  <a:pt x="49309" y="158309"/>
                  <a:pt x="45417" y="172583"/>
                </a:cubicBezTo>
                <a:lnTo>
                  <a:pt x="0" y="194643"/>
                </a:lnTo>
                <a:lnTo>
                  <a:pt x="0" y="246547"/>
                </a:lnTo>
                <a:lnTo>
                  <a:pt x="45417" y="269255"/>
                </a:lnTo>
                <a:cubicBezTo>
                  <a:pt x="49309" y="283529"/>
                  <a:pt x="55149" y="297154"/>
                  <a:pt x="62286" y="309482"/>
                </a:cubicBezTo>
                <a:lnTo>
                  <a:pt x="46065" y="358142"/>
                </a:lnTo>
                <a:lnTo>
                  <a:pt x="83047" y="395124"/>
                </a:lnTo>
                <a:lnTo>
                  <a:pt x="131708" y="378904"/>
                </a:lnTo>
                <a:cubicBezTo>
                  <a:pt x="144684" y="386041"/>
                  <a:pt x="158309" y="391880"/>
                  <a:pt x="172583" y="395773"/>
                </a:cubicBezTo>
                <a:lnTo>
                  <a:pt x="195291" y="441190"/>
                </a:lnTo>
                <a:lnTo>
                  <a:pt x="247196" y="441190"/>
                </a:lnTo>
                <a:lnTo>
                  <a:pt x="269904" y="395773"/>
                </a:lnTo>
                <a:cubicBezTo>
                  <a:pt x="284178" y="391880"/>
                  <a:pt x="297803" y="386041"/>
                  <a:pt x="310130" y="378904"/>
                </a:cubicBezTo>
                <a:lnTo>
                  <a:pt x="358791" y="395124"/>
                </a:lnTo>
                <a:lnTo>
                  <a:pt x="395773" y="358142"/>
                </a:lnTo>
                <a:lnTo>
                  <a:pt x="379553" y="309482"/>
                </a:lnTo>
                <a:cubicBezTo>
                  <a:pt x="386690" y="296505"/>
                  <a:pt x="392529" y="282880"/>
                  <a:pt x="396422" y="268607"/>
                </a:cubicBezTo>
                <a:lnTo>
                  <a:pt x="441838" y="245898"/>
                </a:lnTo>
                <a:lnTo>
                  <a:pt x="441838" y="193994"/>
                </a:lnTo>
                <a:lnTo>
                  <a:pt x="395773" y="17193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644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28" name="Graphic 27" descr="Lightbulb">
            <a:hlinkClick r:id="rId12" action="ppaction://hlinksldjump"/>
            <a:extLst>
              <a:ext uri="{FF2B5EF4-FFF2-40B4-BE49-F238E27FC236}">
                <a16:creationId xmlns:a16="http://schemas.microsoft.com/office/drawing/2014/main" id="{9E2A04D2-EFE0-8A2B-1093-2601252CD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540" y="608565"/>
            <a:ext cx="612000" cy="612000"/>
          </a:xfrm>
          <a:prstGeom prst="rect">
            <a:avLst/>
          </a:prstGeom>
        </p:spPr>
      </p:pic>
      <p:pic>
        <p:nvPicPr>
          <p:cNvPr id="29" name="Graphic 28" descr="Upward trend">
            <a:hlinkClick r:id="rId13" action="ppaction://hlinksldjump"/>
            <a:extLst>
              <a:ext uri="{FF2B5EF4-FFF2-40B4-BE49-F238E27FC236}">
                <a16:creationId xmlns:a16="http://schemas.microsoft.com/office/drawing/2014/main" id="{B5B191C5-AFD5-A6BF-2585-951F588D60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540" y="1756547"/>
            <a:ext cx="612000" cy="612000"/>
          </a:xfrm>
          <a:prstGeom prst="rect">
            <a:avLst/>
          </a:prstGeom>
        </p:spPr>
      </p:pic>
      <p:pic>
        <p:nvPicPr>
          <p:cNvPr id="30" name="Graphic 29" descr="Coffee">
            <a:hlinkClick r:id="rId14" action="ppaction://hlinksldjump"/>
            <a:extLst>
              <a:ext uri="{FF2B5EF4-FFF2-40B4-BE49-F238E27FC236}">
                <a16:creationId xmlns:a16="http://schemas.microsoft.com/office/drawing/2014/main" id="{585B8E12-D5B0-352D-7948-DD9FB49301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671" y="3061716"/>
            <a:ext cx="612000" cy="612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7F3C6A6-3C8A-F630-30F7-06206CA50C69}"/>
              </a:ext>
            </a:extLst>
          </p:cNvPr>
          <p:cNvSpPr/>
          <p:nvPr/>
        </p:nvSpPr>
        <p:spPr>
          <a:xfrm>
            <a:off x="985988" y="3085816"/>
            <a:ext cx="756000" cy="7319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F4541B-3E72-A854-BE02-E3ADF1044DA6}"/>
              </a:ext>
            </a:extLst>
          </p:cNvPr>
          <p:cNvGrpSpPr/>
          <p:nvPr/>
        </p:nvGrpSpPr>
        <p:grpSpPr>
          <a:xfrm>
            <a:off x="985988" y="3085816"/>
            <a:ext cx="756000" cy="731900"/>
            <a:chOff x="985988" y="3085816"/>
            <a:chExt cx="756000" cy="7319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307E78-CDAF-E565-1BA5-78C7DFE1B545}"/>
                </a:ext>
              </a:extLst>
            </p:cNvPr>
            <p:cNvSpPr/>
            <p:nvPr/>
          </p:nvSpPr>
          <p:spPr>
            <a:xfrm>
              <a:off x="985988" y="3085816"/>
              <a:ext cx="756000" cy="7319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Hourglass">
              <a:extLst>
                <a:ext uri="{FF2B5EF4-FFF2-40B4-BE49-F238E27FC236}">
                  <a16:creationId xmlns:a16="http://schemas.microsoft.com/office/drawing/2014/main" id="{85955D14-A1C3-E1DF-92E2-E54CAD7A0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94008" y="3159020"/>
              <a:ext cx="539960" cy="539960"/>
            </a:xfrm>
            <a:prstGeom prst="rect">
              <a:avLst/>
            </a:prstGeom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8978A9A-385E-6E29-9B82-A79FE8B6BA9E}"/>
              </a:ext>
            </a:extLst>
          </p:cNvPr>
          <p:cNvSpPr/>
          <p:nvPr/>
        </p:nvSpPr>
        <p:spPr>
          <a:xfrm>
            <a:off x="5029200" y="231764"/>
            <a:ext cx="3276600" cy="6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415A77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HISTORY</a:t>
            </a:r>
          </a:p>
        </p:txBody>
      </p:sp>
      <p:sp>
        <p:nvSpPr>
          <p:cNvPr id="35" name="Rectangle: Folded Corner 34">
            <a:extLst>
              <a:ext uri="{FF2B5EF4-FFF2-40B4-BE49-F238E27FC236}">
                <a16:creationId xmlns:a16="http://schemas.microsoft.com/office/drawing/2014/main" id="{2E9561A0-B4BC-C4C2-FE17-169A654C1688}"/>
              </a:ext>
            </a:extLst>
          </p:cNvPr>
          <p:cNvSpPr/>
          <p:nvPr/>
        </p:nvSpPr>
        <p:spPr>
          <a:xfrm>
            <a:off x="2743200" y="1981200"/>
            <a:ext cx="4343400" cy="4038600"/>
          </a:xfrm>
          <a:prstGeom prst="foldedCorner">
            <a:avLst/>
          </a:prstGeom>
          <a:solidFill>
            <a:schemeClr val="accent3">
              <a:lumMod val="75000"/>
            </a:schemeClr>
          </a:solidFill>
          <a:ln>
            <a:solidFill>
              <a:srgbClr val="E0E1DD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lang="en-US" sz="1600" dirty="0">
              <a:latin typeface="Times New Roman"/>
              <a:cs typeface="Times New Roman"/>
            </a:endParaRPr>
          </a:p>
          <a:p>
            <a:pPr marL="227960"/>
            <a:r>
              <a:rPr lang="en-US" sz="1200" dirty="0">
                <a:latin typeface="Cambria"/>
                <a:cs typeface="Cambria"/>
              </a:rPr>
              <a:t>Where the Web was born. Tim Berners-Lee, a British scientist, invented the World Wide Web (WWW) in 1989, while working at CERN. The Web was originally conceived and developed to meet the demand for automated information-sharing between scientists in universities and institutes around the world.</a:t>
            </a:r>
          </a:p>
          <a:p>
            <a:pPr marL="227960"/>
            <a:endParaRPr lang="en-US" sz="1200" dirty="0">
              <a:latin typeface="Cambria"/>
              <a:cs typeface="Cambria"/>
            </a:endParaRPr>
          </a:p>
          <a:p>
            <a:pPr marL="227960"/>
            <a:r>
              <a:rPr lang="en-US" sz="1200" dirty="0">
                <a:latin typeface="Cambria"/>
                <a:cs typeface="Cambria"/>
              </a:rPr>
              <a:t>Websites can be used in various fashions: a personal website, a corporate website for a company, a government website, an organization website, etc. Websites can be the work of an individual, a business or other organization, and are typically dedicated to a particular topic or purpose. Any website can contain a hyperlink to any other website, so the distinction between individual sites, as perceived by the user, can be blurred.</a:t>
            </a:r>
          </a:p>
          <a:p>
            <a:pPr marL="227960"/>
            <a:endParaRPr lang="en-US" sz="1200" dirty="0">
              <a:latin typeface="Cambria"/>
              <a:cs typeface="Cambria"/>
            </a:endParaRPr>
          </a:p>
          <a:p>
            <a:pPr marL="227960"/>
            <a:endParaRPr lang="en-US" sz="1200" dirty="0">
              <a:latin typeface="Cambria"/>
              <a:cs typeface="Cambria"/>
            </a:endParaRPr>
          </a:p>
        </p:txBody>
      </p:sp>
      <p:pic>
        <p:nvPicPr>
          <p:cNvPr id="36" name="object 17">
            <a:extLst>
              <a:ext uri="{FF2B5EF4-FFF2-40B4-BE49-F238E27FC236}">
                <a16:creationId xmlns:a16="http://schemas.microsoft.com/office/drawing/2014/main" id="{EDC5EACD-03F7-79F0-3891-FA86AA99E153}"/>
              </a:ext>
            </a:extLst>
          </p:cNvPr>
          <p:cNvPicPr/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6" r="10456"/>
          <a:stretch/>
        </p:blipFill>
        <p:spPr>
          <a:xfrm>
            <a:off x="7371133" y="2354201"/>
            <a:ext cx="4462892" cy="287907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Graphic 8" descr="Head with gears">
            <a:hlinkClick r:id="rId10" action="ppaction://hlinksldjump"/>
            <a:extLst>
              <a:ext uri="{FF2B5EF4-FFF2-40B4-BE49-F238E27FC236}">
                <a16:creationId xmlns:a16="http://schemas.microsoft.com/office/drawing/2014/main" id="{6CAB2EBD-A82B-AAD5-71C6-936E7FFDA4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03544" y="5416484"/>
            <a:ext cx="632219" cy="6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78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0E1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D2B3AFB-4A55-27B6-5C67-8280D5154060}"/>
              </a:ext>
            </a:extLst>
          </p:cNvPr>
          <p:cNvGrpSpPr/>
          <p:nvPr/>
        </p:nvGrpSpPr>
        <p:grpSpPr>
          <a:xfrm>
            <a:off x="-972262" y="523338"/>
            <a:ext cx="756000" cy="756000"/>
            <a:chOff x="-944542" y="550485"/>
            <a:chExt cx="748447" cy="75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607E8B7-595C-00F6-C91A-B2929FC20203}"/>
                </a:ext>
              </a:extLst>
            </p:cNvPr>
            <p:cNvSpPr/>
            <p:nvPr/>
          </p:nvSpPr>
          <p:spPr>
            <a:xfrm>
              <a:off x="-944542" y="550485"/>
              <a:ext cx="748447" cy="756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2" name="Graphic 61" descr="Lightbulb">
              <a:extLst>
                <a:ext uri="{FF2B5EF4-FFF2-40B4-BE49-F238E27FC236}">
                  <a16:creationId xmlns:a16="http://schemas.microsoft.com/office/drawing/2014/main" id="{B99D7362-20AE-C5E7-DAC2-18A279BD1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876319" y="614448"/>
              <a:ext cx="612000" cy="612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80B8E1B-FB60-BF8E-5DE8-D78C023E2D1B}"/>
              </a:ext>
            </a:extLst>
          </p:cNvPr>
          <p:cNvGrpSpPr/>
          <p:nvPr/>
        </p:nvGrpSpPr>
        <p:grpSpPr>
          <a:xfrm>
            <a:off x="-910333" y="1701457"/>
            <a:ext cx="756000" cy="756000"/>
            <a:chOff x="-911594" y="1712304"/>
            <a:chExt cx="748447" cy="71618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3FD4173-2B40-9A8D-2668-E8B9BB700745}"/>
                </a:ext>
              </a:extLst>
            </p:cNvPr>
            <p:cNvSpPr/>
            <p:nvPr/>
          </p:nvSpPr>
          <p:spPr>
            <a:xfrm>
              <a:off x="-911594" y="1758410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BE1B3F-E698-FC92-A6E0-F2B23C830FA8}"/>
                </a:ext>
              </a:extLst>
            </p:cNvPr>
            <p:cNvSpPr/>
            <p:nvPr/>
          </p:nvSpPr>
          <p:spPr>
            <a:xfrm>
              <a:off x="-911594" y="1712304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6" name="Graphic 65" descr="Upward trend">
              <a:extLst>
                <a:ext uri="{FF2B5EF4-FFF2-40B4-BE49-F238E27FC236}">
                  <a16:creationId xmlns:a16="http://schemas.microsoft.com/office/drawing/2014/main" id="{5C8ED446-FA2F-48CD-52F1-1EFB3418C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854750" y="1756547"/>
              <a:ext cx="612000" cy="61200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4A04AA3-E7C1-CC28-DBB6-8BD31D711C77}"/>
              </a:ext>
            </a:extLst>
          </p:cNvPr>
          <p:cNvGrpSpPr/>
          <p:nvPr/>
        </p:nvGrpSpPr>
        <p:grpSpPr>
          <a:xfrm>
            <a:off x="-852915" y="5256459"/>
            <a:ext cx="756000" cy="756000"/>
            <a:chOff x="-911594" y="5359193"/>
            <a:chExt cx="748447" cy="68780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71315E5-9ACD-3F4C-2F13-D2EB9C0F9692}"/>
                </a:ext>
              </a:extLst>
            </p:cNvPr>
            <p:cNvSpPr/>
            <p:nvPr/>
          </p:nvSpPr>
          <p:spPr>
            <a:xfrm>
              <a:off x="-911594" y="5359193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2" name="Graphic 71" descr="Users">
              <a:extLst>
                <a:ext uri="{FF2B5EF4-FFF2-40B4-BE49-F238E27FC236}">
                  <a16:creationId xmlns:a16="http://schemas.microsoft.com/office/drawing/2014/main" id="{A5408742-3EAF-887A-7B95-F6EDEF3A8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841950" y="5434995"/>
              <a:ext cx="612000" cy="612000"/>
            </a:xfrm>
            <a:prstGeom prst="rect">
              <a:avLst/>
            </a:prstGeom>
          </p:spPr>
        </p:pic>
      </p:grpSp>
      <p:sp>
        <p:nvSpPr>
          <p:cNvPr id="77" name="Freeform: Shape 76">
            <a:hlinkClick r:id="rId8" action="ppaction://hlinksldjump"/>
            <a:extLst>
              <a:ext uri="{FF2B5EF4-FFF2-40B4-BE49-F238E27FC236}">
                <a16:creationId xmlns:a16="http://schemas.microsoft.com/office/drawing/2014/main" id="{D825C800-27C3-E8A2-BEAF-7173A4D0CBED}"/>
              </a:ext>
            </a:extLst>
          </p:cNvPr>
          <p:cNvSpPr/>
          <p:nvPr/>
        </p:nvSpPr>
        <p:spPr>
          <a:xfrm rot="10800000">
            <a:off x="1" y="-3424880"/>
            <a:ext cx="1385611" cy="16084063"/>
          </a:xfrm>
          <a:custGeom>
            <a:avLst/>
            <a:gdLst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0 w 1385611"/>
              <a:gd name="connsiteY3" fmla="*/ 16084063 h 16084063"/>
              <a:gd name="connsiteX4" fmla="*/ 0 w 1385611"/>
              <a:gd name="connsiteY4" fmla="*/ 0 h 16084063"/>
              <a:gd name="connsiteX5" fmla="*/ 1385611 w 1385611"/>
              <a:gd name="connsiteY5" fmla="*/ 0 h 16084063"/>
              <a:gd name="connsiteX6" fmla="*/ 1385611 w 1385611"/>
              <a:gd name="connsiteY6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5611" h="16084063">
                <a:moveTo>
                  <a:pt x="1488" y="8879032"/>
                </a:moveTo>
                <a:cubicBezTo>
                  <a:pt x="-4272" y="8437472"/>
                  <a:pt x="516928" y="8524232"/>
                  <a:pt x="512528" y="8042032"/>
                </a:cubicBezTo>
                <a:cubicBezTo>
                  <a:pt x="508128" y="7559832"/>
                  <a:pt x="-4272" y="7656753"/>
                  <a:pt x="1488" y="7205033"/>
                </a:cubicBezTo>
                <a:lnTo>
                  <a:pt x="1488" y="8879032"/>
                </a:lnTo>
                <a:close/>
                <a:moveTo>
                  <a:pt x="0" y="16084063"/>
                </a:moveTo>
                <a:lnTo>
                  <a:pt x="0" y="0"/>
                </a:lnTo>
                <a:lnTo>
                  <a:pt x="1385611" y="0"/>
                </a:lnTo>
                <a:lnTo>
                  <a:pt x="1385611" y="16084063"/>
                </a:lnTo>
                <a:lnTo>
                  <a:pt x="0" y="1608406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E0E1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85" name="Graphic 10" descr="Single gear">
            <a:hlinkClick r:id="rId8" action="ppaction://hlinksldjump"/>
            <a:extLst>
              <a:ext uri="{FF2B5EF4-FFF2-40B4-BE49-F238E27FC236}">
                <a16:creationId xmlns:a16="http://schemas.microsoft.com/office/drawing/2014/main" id="{B2D76BE7-A9AC-68A3-6E87-AF3E5EF8B5F2}"/>
              </a:ext>
            </a:extLst>
          </p:cNvPr>
          <p:cNvSpPr/>
          <p:nvPr/>
        </p:nvSpPr>
        <p:spPr>
          <a:xfrm>
            <a:off x="289506" y="4362456"/>
            <a:ext cx="441839" cy="441189"/>
          </a:xfrm>
          <a:custGeom>
            <a:avLst/>
            <a:gdLst>
              <a:gd name="connsiteX0" fmla="*/ 220595 w 441838"/>
              <a:gd name="connsiteY0" fmla="*/ 298452 h 441189"/>
              <a:gd name="connsiteX1" fmla="*/ 142738 w 441838"/>
              <a:gd name="connsiteY1" fmla="*/ 220595 h 441189"/>
              <a:gd name="connsiteX2" fmla="*/ 220595 w 441838"/>
              <a:gd name="connsiteY2" fmla="*/ 142738 h 441189"/>
              <a:gd name="connsiteX3" fmla="*/ 298452 w 441838"/>
              <a:gd name="connsiteY3" fmla="*/ 220595 h 441189"/>
              <a:gd name="connsiteX4" fmla="*/ 220595 w 441838"/>
              <a:gd name="connsiteY4" fmla="*/ 298452 h 441189"/>
              <a:gd name="connsiteX5" fmla="*/ 395773 w 441838"/>
              <a:gd name="connsiteY5" fmla="*/ 171934 h 441189"/>
              <a:gd name="connsiteX6" fmla="*/ 378904 w 441838"/>
              <a:gd name="connsiteY6" fmla="*/ 131708 h 441189"/>
              <a:gd name="connsiteX7" fmla="*/ 395124 w 441838"/>
              <a:gd name="connsiteY7" fmla="*/ 83047 h 441189"/>
              <a:gd name="connsiteX8" fmla="*/ 358142 w 441838"/>
              <a:gd name="connsiteY8" fmla="*/ 46065 h 441189"/>
              <a:gd name="connsiteX9" fmla="*/ 309482 w 441838"/>
              <a:gd name="connsiteY9" fmla="*/ 62286 h 441189"/>
              <a:gd name="connsiteX10" fmla="*/ 268607 w 441838"/>
              <a:gd name="connsiteY10" fmla="*/ 45417 h 441189"/>
              <a:gd name="connsiteX11" fmla="*/ 246547 w 441838"/>
              <a:gd name="connsiteY11" fmla="*/ 0 h 441189"/>
              <a:gd name="connsiteX12" fmla="*/ 194643 w 441838"/>
              <a:gd name="connsiteY12" fmla="*/ 0 h 441189"/>
              <a:gd name="connsiteX13" fmla="*/ 171934 w 441838"/>
              <a:gd name="connsiteY13" fmla="*/ 45417 h 441189"/>
              <a:gd name="connsiteX14" fmla="*/ 131708 w 441838"/>
              <a:gd name="connsiteY14" fmla="*/ 62286 h 441189"/>
              <a:gd name="connsiteX15" fmla="*/ 83047 w 441838"/>
              <a:gd name="connsiteY15" fmla="*/ 46065 h 441189"/>
              <a:gd name="connsiteX16" fmla="*/ 46065 w 441838"/>
              <a:gd name="connsiteY16" fmla="*/ 83047 h 441189"/>
              <a:gd name="connsiteX17" fmla="*/ 62286 w 441838"/>
              <a:gd name="connsiteY17" fmla="*/ 131708 h 441189"/>
              <a:gd name="connsiteX18" fmla="*/ 45417 w 441838"/>
              <a:gd name="connsiteY18" fmla="*/ 172583 h 441189"/>
              <a:gd name="connsiteX19" fmla="*/ 0 w 441838"/>
              <a:gd name="connsiteY19" fmla="*/ 194643 h 441189"/>
              <a:gd name="connsiteX20" fmla="*/ 0 w 441838"/>
              <a:gd name="connsiteY20" fmla="*/ 246547 h 441189"/>
              <a:gd name="connsiteX21" fmla="*/ 45417 w 441838"/>
              <a:gd name="connsiteY21" fmla="*/ 269255 h 441189"/>
              <a:gd name="connsiteX22" fmla="*/ 62286 w 441838"/>
              <a:gd name="connsiteY22" fmla="*/ 309482 h 441189"/>
              <a:gd name="connsiteX23" fmla="*/ 46065 w 441838"/>
              <a:gd name="connsiteY23" fmla="*/ 358142 h 441189"/>
              <a:gd name="connsiteX24" fmla="*/ 83047 w 441838"/>
              <a:gd name="connsiteY24" fmla="*/ 395124 h 441189"/>
              <a:gd name="connsiteX25" fmla="*/ 131708 w 441838"/>
              <a:gd name="connsiteY25" fmla="*/ 378904 h 441189"/>
              <a:gd name="connsiteX26" fmla="*/ 172583 w 441838"/>
              <a:gd name="connsiteY26" fmla="*/ 395773 h 441189"/>
              <a:gd name="connsiteX27" fmla="*/ 195291 w 441838"/>
              <a:gd name="connsiteY27" fmla="*/ 441190 h 441189"/>
              <a:gd name="connsiteX28" fmla="*/ 247196 w 441838"/>
              <a:gd name="connsiteY28" fmla="*/ 441190 h 441189"/>
              <a:gd name="connsiteX29" fmla="*/ 269904 w 441838"/>
              <a:gd name="connsiteY29" fmla="*/ 395773 h 441189"/>
              <a:gd name="connsiteX30" fmla="*/ 310130 w 441838"/>
              <a:gd name="connsiteY30" fmla="*/ 378904 h 441189"/>
              <a:gd name="connsiteX31" fmla="*/ 358791 w 441838"/>
              <a:gd name="connsiteY31" fmla="*/ 395124 h 441189"/>
              <a:gd name="connsiteX32" fmla="*/ 395773 w 441838"/>
              <a:gd name="connsiteY32" fmla="*/ 358142 h 441189"/>
              <a:gd name="connsiteX33" fmla="*/ 379553 w 441838"/>
              <a:gd name="connsiteY33" fmla="*/ 309482 h 441189"/>
              <a:gd name="connsiteX34" fmla="*/ 396422 w 441838"/>
              <a:gd name="connsiteY34" fmla="*/ 268607 h 441189"/>
              <a:gd name="connsiteX35" fmla="*/ 441838 w 441838"/>
              <a:gd name="connsiteY35" fmla="*/ 245898 h 441189"/>
              <a:gd name="connsiteX36" fmla="*/ 441838 w 441838"/>
              <a:gd name="connsiteY36" fmla="*/ 193994 h 441189"/>
              <a:gd name="connsiteX37" fmla="*/ 395773 w 441838"/>
              <a:gd name="connsiteY37" fmla="*/ 171934 h 44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41838" h="441189">
                <a:moveTo>
                  <a:pt x="220595" y="298452"/>
                </a:moveTo>
                <a:cubicBezTo>
                  <a:pt x="177774" y="298452"/>
                  <a:pt x="142738" y="263416"/>
                  <a:pt x="142738" y="220595"/>
                </a:cubicBezTo>
                <a:cubicBezTo>
                  <a:pt x="142738" y="177774"/>
                  <a:pt x="177774" y="142738"/>
                  <a:pt x="220595" y="142738"/>
                </a:cubicBezTo>
                <a:cubicBezTo>
                  <a:pt x="263416" y="142738"/>
                  <a:pt x="298452" y="177774"/>
                  <a:pt x="298452" y="220595"/>
                </a:cubicBezTo>
                <a:cubicBezTo>
                  <a:pt x="298452" y="263416"/>
                  <a:pt x="263416" y="298452"/>
                  <a:pt x="220595" y="298452"/>
                </a:cubicBezTo>
                <a:close/>
                <a:moveTo>
                  <a:pt x="395773" y="171934"/>
                </a:moveTo>
                <a:cubicBezTo>
                  <a:pt x="391880" y="157660"/>
                  <a:pt x="386041" y="144035"/>
                  <a:pt x="378904" y="131708"/>
                </a:cubicBezTo>
                <a:lnTo>
                  <a:pt x="395124" y="83047"/>
                </a:lnTo>
                <a:lnTo>
                  <a:pt x="358142" y="46065"/>
                </a:lnTo>
                <a:lnTo>
                  <a:pt x="309482" y="62286"/>
                </a:lnTo>
                <a:cubicBezTo>
                  <a:pt x="296505" y="55149"/>
                  <a:pt x="282880" y="49309"/>
                  <a:pt x="268607" y="45417"/>
                </a:cubicBezTo>
                <a:lnTo>
                  <a:pt x="246547" y="0"/>
                </a:lnTo>
                <a:lnTo>
                  <a:pt x="194643" y="0"/>
                </a:lnTo>
                <a:lnTo>
                  <a:pt x="171934" y="45417"/>
                </a:lnTo>
                <a:cubicBezTo>
                  <a:pt x="157660" y="49309"/>
                  <a:pt x="144035" y="55149"/>
                  <a:pt x="131708" y="62286"/>
                </a:cubicBezTo>
                <a:lnTo>
                  <a:pt x="83047" y="46065"/>
                </a:lnTo>
                <a:lnTo>
                  <a:pt x="46065" y="83047"/>
                </a:lnTo>
                <a:lnTo>
                  <a:pt x="62286" y="131708"/>
                </a:lnTo>
                <a:cubicBezTo>
                  <a:pt x="55149" y="144684"/>
                  <a:pt x="49309" y="158309"/>
                  <a:pt x="45417" y="172583"/>
                </a:cubicBezTo>
                <a:lnTo>
                  <a:pt x="0" y="194643"/>
                </a:lnTo>
                <a:lnTo>
                  <a:pt x="0" y="246547"/>
                </a:lnTo>
                <a:lnTo>
                  <a:pt x="45417" y="269255"/>
                </a:lnTo>
                <a:cubicBezTo>
                  <a:pt x="49309" y="283529"/>
                  <a:pt x="55149" y="297154"/>
                  <a:pt x="62286" y="309482"/>
                </a:cubicBezTo>
                <a:lnTo>
                  <a:pt x="46065" y="358142"/>
                </a:lnTo>
                <a:lnTo>
                  <a:pt x="83047" y="395124"/>
                </a:lnTo>
                <a:lnTo>
                  <a:pt x="131708" y="378904"/>
                </a:lnTo>
                <a:cubicBezTo>
                  <a:pt x="144684" y="386041"/>
                  <a:pt x="158309" y="391880"/>
                  <a:pt x="172583" y="395773"/>
                </a:cubicBezTo>
                <a:lnTo>
                  <a:pt x="195291" y="441190"/>
                </a:lnTo>
                <a:lnTo>
                  <a:pt x="247196" y="441190"/>
                </a:lnTo>
                <a:lnTo>
                  <a:pt x="269904" y="395773"/>
                </a:lnTo>
                <a:cubicBezTo>
                  <a:pt x="284178" y="391880"/>
                  <a:pt x="297803" y="386041"/>
                  <a:pt x="310130" y="378904"/>
                </a:cubicBezTo>
                <a:lnTo>
                  <a:pt x="358791" y="395124"/>
                </a:lnTo>
                <a:lnTo>
                  <a:pt x="395773" y="358142"/>
                </a:lnTo>
                <a:lnTo>
                  <a:pt x="379553" y="309482"/>
                </a:lnTo>
                <a:cubicBezTo>
                  <a:pt x="386690" y="296505"/>
                  <a:pt x="392529" y="282880"/>
                  <a:pt x="396422" y="268607"/>
                </a:cubicBezTo>
                <a:lnTo>
                  <a:pt x="441838" y="245898"/>
                </a:lnTo>
                <a:lnTo>
                  <a:pt x="441838" y="193994"/>
                </a:lnTo>
                <a:lnTo>
                  <a:pt x="395773" y="171934"/>
                </a:lnTo>
                <a:close/>
              </a:path>
            </a:pathLst>
          </a:custGeom>
          <a:noFill/>
          <a:ln w="644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86" name="Graphic 85" descr="Lightbulb">
            <a:hlinkClick r:id="rId9" action="ppaction://hlinksldjump"/>
            <a:extLst>
              <a:ext uri="{FF2B5EF4-FFF2-40B4-BE49-F238E27FC236}">
                <a16:creationId xmlns:a16="http://schemas.microsoft.com/office/drawing/2014/main" id="{7A1989EE-7B7C-4741-B04F-CA17DA3D3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627" y="608565"/>
            <a:ext cx="612000" cy="612000"/>
          </a:xfrm>
          <a:prstGeom prst="rect">
            <a:avLst/>
          </a:prstGeom>
        </p:spPr>
      </p:pic>
      <p:pic>
        <p:nvPicPr>
          <p:cNvPr id="87" name="Graphic 86" descr="Upward trend">
            <a:hlinkClick r:id="rId10" action="ppaction://hlinksldjump"/>
            <a:extLst>
              <a:ext uri="{FF2B5EF4-FFF2-40B4-BE49-F238E27FC236}">
                <a16:creationId xmlns:a16="http://schemas.microsoft.com/office/drawing/2014/main" id="{BEBA21D9-2717-3702-4346-DF1B1FBB7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508" y="1818049"/>
            <a:ext cx="612000" cy="61200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20A40F28-99E6-7FCB-0EC4-06D398426608}"/>
              </a:ext>
            </a:extLst>
          </p:cNvPr>
          <p:cNvGrpSpPr/>
          <p:nvPr/>
        </p:nvGrpSpPr>
        <p:grpSpPr>
          <a:xfrm>
            <a:off x="1020851" y="4239151"/>
            <a:ext cx="756000" cy="756000"/>
            <a:chOff x="-911594" y="4252441"/>
            <a:chExt cx="748447" cy="67008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120E133-45F7-0BF5-133A-38D8ABF9E2FD}"/>
                </a:ext>
              </a:extLst>
            </p:cNvPr>
            <p:cNvSpPr/>
            <p:nvPr/>
          </p:nvSpPr>
          <p:spPr>
            <a:xfrm>
              <a:off x="-911594" y="4252441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9" name="Graphic 68" descr="Single gear">
              <a:extLst>
                <a:ext uri="{FF2B5EF4-FFF2-40B4-BE49-F238E27FC236}">
                  <a16:creationId xmlns:a16="http://schemas.microsoft.com/office/drawing/2014/main" id="{055F1348-A857-6BF2-0DAC-A547AC30D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854750" y="4285900"/>
              <a:ext cx="612000" cy="612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A51B0B7-6143-CF30-2BF2-6E4456D3ECA6}"/>
              </a:ext>
            </a:extLst>
          </p:cNvPr>
          <p:cNvSpPr/>
          <p:nvPr/>
        </p:nvSpPr>
        <p:spPr>
          <a:xfrm>
            <a:off x="5029200" y="231764"/>
            <a:ext cx="32766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TECHNOLOGY PLATFORM</a:t>
            </a:r>
            <a:endParaRPr lang="en-IN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FAC08526-41EC-3DF5-98AE-3A9EBA10C939}"/>
              </a:ext>
            </a:extLst>
          </p:cNvPr>
          <p:cNvSpPr/>
          <p:nvPr/>
        </p:nvSpPr>
        <p:spPr>
          <a:xfrm>
            <a:off x="2743200" y="1981200"/>
            <a:ext cx="4343400" cy="4038600"/>
          </a:xfrm>
          <a:prstGeom prst="foldedCorner">
            <a:avLst/>
          </a:prstGeom>
          <a:solidFill>
            <a:schemeClr val="bg1">
              <a:lumMod val="75000"/>
            </a:schemeClr>
          </a:solidFill>
          <a:ln>
            <a:solidFill>
              <a:srgbClr val="778DA9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cs typeface="Times New Roman"/>
            </a:endParaRPr>
          </a:p>
          <a:p>
            <a:pPr marL="227960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In this  project, we are going to build a website for  you by  taking in your inputs on what you want.</a:t>
            </a:r>
          </a:p>
          <a:p>
            <a:pPr marL="227960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By building website we mean we will be providing you firstly  your UI based on the type of business you own</a:t>
            </a:r>
          </a:p>
          <a:p>
            <a:pPr marL="227960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We will also provide you with your domain and domain security  and will get your website online.</a:t>
            </a:r>
          </a:p>
          <a:p>
            <a:pPr marL="227960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We will also provide you with a database which will help you to  keep the data of the users that are accessing and coming to your  website.</a:t>
            </a:r>
          </a:p>
          <a:p>
            <a:pPr marL="227960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We will also provide you with your own QR code solutions.</a:t>
            </a:r>
          </a:p>
        </p:txBody>
      </p:sp>
      <p:pic>
        <p:nvPicPr>
          <p:cNvPr id="4" name="object 14">
            <a:extLst>
              <a:ext uri="{FF2B5EF4-FFF2-40B4-BE49-F238E27FC236}">
                <a16:creationId xmlns:a16="http://schemas.microsoft.com/office/drawing/2014/main" id="{ABD04F55-412E-BF66-188C-4A119C5ED4CD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77487" y="2253833"/>
            <a:ext cx="4232570" cy="28456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Graphic 4" descr="Hourglass">
            <a:hlinkClick r:id="rId14" action="ppaction://hlinksldjump"/>
            <a:extLst>
              <a:ext uri="{FF2B5EF4-FFF2-40B4-BE49-F238E27FC236}">
                <a16:creationId xmlns:a16="http://schemas.microsoft.com/office/drawing/2014/main" id="{84B0F2EE-44EE-45C0-D385-2D640997A6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9506" y="3151683"/>
            <a:ext cx="539960" cy="5399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DAF6A0A-E136-5D5F-D449-7C213DE1B951}"/>
              </a:ext>
            </a:extLst>
          </p:cNvPr>
          <p:cNvGrpSpPr/>
          <p:nvPr/>
        </p:nvGrpSpPr>
        <p:grpSpPr>
          <a:xfrm>
            <a:off x="-972262" y="3151683"/>
            <a:ext cx="756000" cy="731900"/>
            <a:chOff x="985988" y="3085816"/>
            <a:chExt cx="756000" cy="7319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CD84CB9-CED2-F6A0-0F2A-1D252866FA1E}"/>
                </a:ext>
              </a:extLst>
            </p:cNvPr>
            <p:cNvSpPr/>
            <p:nvPr/>
          </p:nvSpPr>
          <p:spPr>
            <a:xfrm>
              <a:off x="985988" y="3085816"/>
              <a:ext cx="756000" cy="7319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" name="Graphic 7" descr="Hourglass">
              <a:extLst>
                <a:ext uri="{FF2B5EF4-FFF2-40B4-BE49-F238E27FC236}">
                  <a16:creationId xmlns:a16="http://schemas.microsoft.com/office/drawing/2014/main" id="{C50AC8A4-ABD5-A9E6-5E09-FAA92158E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94008" y="3159020"/>
              <a:ext cx="539960" cy="539960"/>
            </a:xfrm>
            <a:prstGeom prst="rect">
              <a:avLst/>
            </a:prstGeom>
          </p:spPr>
        </p:pic>
      </p:grpSp>
      <p:pic>
        <p:nvPicPr>
          <p:cNvPr id="9" name="Graphic 8" descr="Head with gears">
            <a:hlinkClick r:id="rId8" action="ppaction://hlinksldjump"/>
            <a:extLst>
              <a:ext uri="{FF2B5EF4-FFF2-40B4-BE49-F238E27FC236}">
                <a16:creationId xmlns:a16="http://schemas.microsoft.com/office/drawing/2014/main" id="{C7C7CE1C-459C-09FF-911A-523F9485E1A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41289" y="5416232"/>
            <a:ext cx="632219" cy="6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62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78D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7E296321-D592-1F95-92F2-02578F9E25B1}"/>
              </a:ext>
            </a:extLst>
          </p:cNvPr>
          <p:cNvGrpSpPr/>
          <p:nvPr/>
        </p:nvGrpSpPr>
        <p:grpSpPr>
          <a:xfrm>
            <a:off x="-877933" y="441132"/>
            <a:ext cx="756000" cy="756000"/>
            <a:chOff x="-944542" y="550485"/>
            <a:chExt cx="748447" cy="756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3AE1CD2-FD72-A605-5D37-67E23CFD41F4}"/>
                </a:ext>
              </a:extLst>
            </p:cNvPr>
            <p:cNvSpPr/>
            <p:nvPr/>
          </p:nvSpPr>
          <p:spPr>
            <a:xfrm>
              <a:off x="-944542" y="550485"/>
              <a:ext cx="748447" cy="756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3" name="Graphic 32" descr="Lightbulb">
              <a:extLst>
                <a:ext uri="{FF2B5EF4-FFF2-40B4-BE49-F238E27FC236}">
                  <a16:creationId xmlns:a16="http://schemas.microsoft.com/office/drawing/2014/main" id="{F32ECD1B-F33A-84EF-1504-838465D16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876319" y="614448"/>
              <a:ext cx="612000" cy="6120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9BAE24-0864-7DFD-3BDC-F20D0AACF43D}"/>
              </a:ext>
            </a:extLst>
          </p:cNvPr>
          <p:cNvGrpSpPr/>
          <p:nvPr/>
        </p:nvGrpSpPr>
        <p:grpSpPr>
          <a:xfrm>
            <a:off x="-935351" y="1786820"/>
            <a:ext cx="756000" cy="756000"/>
            <a:chOff x="-911594" y="1712304"/>
            <a:chExt cx="748447" cy="71618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31E089A-5921-DAA8-DCDF-F8674E78E394}"/>
                </a:ext>
              </a:extLst>
            </p:cNvPr>
            <p:cNvSpPr/>
            <p:nvPr/>
          </p:nvSpPr>
          <p:spPr>
            <a:xfrm>
              <a:off x="-911594" y="1758410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61F45E-9EAB-B211-6A0D-2B43B3011DFD}"/>
                </a:ext>
              </a:extLst>
            </p:cNvPr>
            <p:cNvSpPr/>
            <p:nvPr/>
          </p:nvSpPr>
          <p:spPr>
            <a:xfrm>
              <a:off x="-911594" y="1712304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7" name="Graphic 36" descr="Upward trend">
              <a:extLst>
                <a:ext uri="{FF2B5EF4-FFF2-40B4-BE49-F238E27FC236}">
                  <a16:creationId xmlns:a16="http://schemas.microsoft.com/office/drawing/2014/main" id="{58F66849-348B-0990-15FD-062A038A3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854750" y="1756547"/>
              <a:ext cx="612000" cy="6120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6FDE46A-987C-7E9D-2A79-65BE32EEED49}"/>
              </a:ext>
            </a:extLst>
          </p:cNvPr>
          <p:cNvGrpSpPr/>
          <p:nvPr/>
        </p:nvGrpSpPr>
        <p:grpSpPr>
          <a:xfrm>
            <a:off x="-935351" y="4222716"/>
            <a:ext cx="756000" cy="756000"/>
            <a:chOff x="-911594" y="4252441"/>
            <a:chExt cx="748447" cy="67008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8D0989B-BA93-364C-33C0-A3B64E2E6987}"/>
                </a:ext>
              </a:extLst>
            </p:cNvPr>
            <p:cNvSpPr/>
            <p:nvPr/>
          </p:nvSpPr>
          <p:spPr>
            <a:xfrm>
              <a:off x="-911594" y="4252441"/>
              <a:ext cx="748447" cy="6700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0" name="Graphic 39" descr="Single gear">
              <a:extLst>
                <a:ext uri="{FF2B5EF4-FFF2-40B4-BE49-F238E27FC236}">
                  <a16:creationId xmlns:a16="http://schemas.microsoft.com/office/drawing/2014/main" id="{74CAC9FC-4FC4-030A-8427-1C3B68C91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854750" y="4285900"/>
              <a:ext cx="612000" cy="612000"/>
            </a:xfrm>
            <a:prstGeom prst="rect">
              <a:avLst/>
            </a:prstGeom>
          </p:spPr>
        </p:pic>
      </p:grpSp>
      <p:sp>
        <p:nvSpPr>
          <p:cNvPr id="48" name="Freeform: Shape 47">
            <a:hlinkClick r:id="rId8" action="ppaction://hlinksldjump"/>
            <a:extLst>
              <a:ext uri="{FF2B5EF4-FFF2-40B4-BE49-F238E27FC236}">
                <a16:creationId xmlns:a16="http://schemas.microsoft.com/office/drawing/2014/main" id="{5CFA2898-39FE-56BB-8952-14EE961CA9DA}"/>
              </a:ext>
            </a:extLst>
          </p:cNvPr>
          <p:cNvSpPr/>
          <p:nvPr/>
        </p:nvSpPr>
        <p:spPr>
          <a:xfrm rot="10800000">
            <a:off x="-8457" y="-2407152"/>
            <a:ext cx="1385611" cy="16084063"/>
          </a:xfrm>
          <a:custGeom>
            <a:avLst/>
            <a:gdLst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0 w 1385611"/>
              <a:gd name="connsiteY3" fmla="*/ 16084063 h 16084063"/>
              <a:gd name="connsiteX4" fmla="*/ 0 w 1385611"/>
              <a:gd name="connsiteY4" fmla="*/ 0 h 16084063"/>
              <a:gd name="connsiteX5" fmla="*/ 1385611 w 1385611"/>
              <a:gd name="connsiteY5" fmla="*/ 0 h 16084063"/>
              <a:gd name="connsiteX6" fmla="*/ 1385611 w 1385611"/>
              <a:gd name="connsiteY6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62428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  <a:gd name="connsiteX0" fmla="*/ 1488 w 1385611"/>
              <a:gd name="connsiteY0" fmla="*/ 8879032 h 16084063"/>
              <a:gd name="connsiteX1" fmla="*/ 512528 w 1385611"/>
              <a:gd name="connsiteY1" fmla="*/ 8042032 h 16084063"/>
              <a:gd name="connsiteX2" fmla="*/ 1488 w 1385611"/>
              <a:gd name="connsiteY2" fmla="*/ 7205033 h 16084063"/>
              <a:gd name="connsiteX3" fmla="*/ 1488 w 1385611"/>
              <a:gd name="connsiteY3" fmla="*/ 8879032 h 16084063"/>
              <a:gd name="connsiteX4" fmla="*/ 0 w 1385611"/>
              <a:gd name="connsiteY4" fmla="*/ 16084063 h 16084063"/>
              <a:gd name="connsiteX5" fmla="*/ 0 w 1385611"/>
              <a:gd name="connsiteY5" fmla="*/ 0 h 16084063"/>
              <a:gd name="connsiteX6" fmla="*/ 1385611 w 1385611"/>
              <a:gd name="connsiteY6" fmla="*/ 0 h 16084063"/>
              <a:gd name="connsiteX7" fmla="*/ 1385611 w 1385611"/>
              <a:gd name="connsiteY7" fmla="*/ 16084063 h 16084063"/>
              <a:gd name="connsiteX8" fmla="*/ 0 w 1385611"/>
              <a:gd name="connsiteY8" fmla="*/ 16084063 h 16084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5611" h="16084063">
                <a:moveTo>
                  <a:pt x="1488" y="8879032"/>
                </a:moveTo>
                <a:cubicBezTo>
                  <a:pt x="-4272" y="8437472"/>
                  <a:pt x="516928" y="8524232"/>
                  <a:pt x="512528" y="8042032"/>
                </a:cubicBezTo>
                <a:cubicBezTo>
                  <a:pt x="508128" y="7559832"/>
                  <a:pt x="-4272" y="7656753"/>
                  <a:pt x="1488" y="7205033"/>
                </a:cubicBezTo>
                <a:lnTo>
                  <a:pt x="1488" y="8879032"/>
                </a:lnTo>
                <a:close/>
                <a:moveTo>
                  <a:pt x="0" y="16084063"/>
                </a:moveTo>
                <a:lnTo>
                  <a:pt x="0" y="0"/>
                </a:lnTo>
                <a:lnTo>
                  <a:pt x="1385611" y="0"/>
                </a:lnTo>
                <a:lnTo>
                  <a:pt x="1385611" y="16084063"/>
                </a:lnTo>
                <a:lnTo>
                  <a:pt x="0" y="1608406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778D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49" name="Graphic 23" descr="Users">
            <a:extLst>
              <a:ext uri="{FF2B5EF4-FFF2-40B4-BE49-F238E27FC236}">
                <a16:creationId xmlns:a16="http://schemas.microsoft.com/office/drawing/2014/main" id="{201BD356-02FA-A23A-DA37-D96FA0B67DF3}"/>
              </a:ext>
            </a:extLst>
          </p:cNvPr>
          <p:cNvGrpSpPr/>
          <p:nvPr/>
        </p:nvGrpSpPr>
        <p:grpSpPr>
          <a:xfrm>
            <a:off x="256851" y="5521219"/>
            <a:ext cx="530427" cy="330884"/>
            <a:chOff x="456617" y="5789308"/>
            <a:chExt cx="530427" cy="330884"/>
          </a:xfrm>
          <a:noFill/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97A1CCA-928B-BA93-BDB0-12D5D6B4AD89}"/>
                </a:ext>
              </a:extLst>
            </p:cNvPr>
            <p:cNvSpPr/>
            <p:nvPr/>
          </p:nvSpPr>
          <p:spPr>
            <a:xfrm>
              <a:off x="513449" y="5789308"/>
              <a:ext cx="113662" cy="113662"/>
            </a:xfrm>
            <a:custGeom>
              <a:avLst/>
              <a:gdLst>
                <a:gd name="connsiteX0" fmla="*/ 113663 w 113662"/>
                <a:gd name="connsiteY0" fmla="*/ 56831 h 113662"/>
                <a:gd name="connsiteX1" fmla="*/ 56831 w 113662"/>
                <a:gd name="connsiteY1" fmla="*/ 113663 h 113662"/>
                <a:gd name="connsiteX2" fmla="*/ 0 w 113662"/>
                <a:gd name="connsiteY2" fmla="*/ 56831 h 113662"/>
                <a:gd name="connsiteX3" fmla="*/ 56831 w 113662"/>
                <a:gd name="connsiteY3" fmla="*/ 0 h 113662"/>
                <a:gd name="connsiteX4" fmla="*/ 113663 w 113662"/>
                <a:gd name="connsiteY4" fmla="*/ 56831 h 1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662" h="113662">
                  <a:moveTo>
                    <a:pt x="113663" y="56831"/>
                  </a:moveTo>
                  <a:cubicBezTo>
                    <a:pt x="113663" y="88219"/>
                    <a:pt x="88219" y="113663"/>
                    <a:pt x="56831" y="113663"/>
                  </a:cubicBezTo>
                  <a:cubicBezTo>
                    <a:pt x="25444" y="113663"/>
                    <a:pt x="0" y="88219"/>
                    <a:pt x="0" y="56831"/>
                  </a:cubicBezTo>
                  <a:cubicBezTo>
                    <a:pt x="0" y="25444"/>
                    <a:pt x="25444" y="0"/>
                    <a:pt x="56831" y="0"/>
                  </a:cubicBezTo>
                  <a:cubicBezTo>
                    <a:pt x="88219" y="0"/>
                    <a:pt x="113663" y="25444"/>
                    <a:pt x="113663" y="56831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62586B2-5426-C803-E167-45CF127D9E28}"/>
                </a:ext>
              </a:extLst>
            </p:cNvPr>
            <p:cNvSpPr/>
            <p:nvPr/>
          </p:nvSpPr>
          <p:spPr>
            <a:xfrm>
              <a:off x="816550" y="5789308"/>
              <a:ext cx="113662" cy="113662"/>
            </a:xfrm>
            <a:custGeom>
              <a:avLst/>
              <a:gdLst>
                <a:gd name="connsiteX0" fmla="*/ 113663 w 113662"/>
                <a:gd name="connsiteY0" fmla="*/ 56831 h 113662"/>
                <a:gd name="connsiteX1" fmla="*/ 56831 w 113662"/>
                <a:gd name="connsiteY1" fmla="*/ 113663 h 113662"/>
                <a:gd name="connsiteX2" fmla="*/ 0 w 113662"/>
                <a:gd name="connsiteY2" fmla="*/ 56831 h 113662"/>
                <a:gd name="connsiteX3" fmla="*/ 56831 w 113662"/>
                <a:gd name="connsiteY3" fmla="*/ 0 h 113662"/>
                <a:gd name="connsiteX4" fmla="*/ 113663 w 113662"/>
                <a:gd name="connsiteY4" fmla="*/ 56831 h 1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662" h="113662">
                  <a:moveTo>
                    <a:pt x="113663" y="56831"/>
                  </a:moveTo>
                  <a:cubicBezTo>
                    <a:pt x="113663" y="88219"/>
                    <a:pt x="88219" y="113663"/>
                    <a:pt x="56831" y="113663"/>
                  </a:cubicBezTo>
                  <a:cubicBezTo>
                    <a:pt x="25444" y="113663"/>
                    <a:pt x="0" y="88219"/>
                    <a:pt x="0" y="56831"/>
                  </a:cubicBezTo>
                  <a:cubicBezTo>
                    <a:pt x="0" y="25444"/>
                    <a:pt x="25444" y="0"/>
                    <a:pt x="56831" y="0"/>
                  </a:cubicBezTo>
                  <a:cubicBezTo>
                    <a:pt x="88219" y="0"/>
                    <a:pt x="113663" y="25444"/>
                    <a:pt x="113663" y="56831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CE1CBC-A352-2B8D-3497-1A206A15C8C0}"/>
                </a:ext>
              </a:extLst>
            </p:cNvPr>
            <p:cNvSpPr/>
            <p:nvPr/>
          </p:nvSpPr>
          <p:spPr>
            <a:xfrm>
              <a:off x="608168" y="6006530"/>
              <a:ext cx="227325" cy="113662"/>
            </a:xfrm>
            <a:custGeom>
              <a:avLst/>
              <a:gdLst>
                <a:gd name="connsiteX0" fmla="*/ 227326 w 227325"/>
                <a:gd name="connsiteY0" fmla="*/ 113663 h 113662"/>
                <a:gd name="connsiteX1" fmla="*/ 227326 w 227325"/>
                <a:gd name="connsiteY1" fmla="*/ 56831 h 113662"/>
                <a:gd name="connsiteX2" fmla="*/ 215959 w 227325"/>
                <a:gd name="connsiteY2" fmla="*/ 34099 h 113662"/>
                <a:gd name="connsiteX3" fmla="*/ 160391 w 227325"/>
                <a:gd name="connsiteY3" fmla="*/ 7578 h 113662"/>
                <a:gd name="connsiteX4" fmla="*/ 113663 w 227325"/>
                <a:gd name="connsiteY4" fmla="*/ 0 h 113662"/>
                <a:gd name="connsiteX5" fmla="*/ 66935 w 227325"/>
                <a:gd name="connsiteY5" fmla="*/ 7578 h 113662"/>
                <a:gd name="connsiteX6" fmla="*/ 11366 w 227325"/>
                <a:gd name="connsiteY6" fmla="*/ 34099 h 113662"/>
                <a:gd name="connsiteX7" fmla="*/ 0 w 227325"/>
                <a:gd name="connsiteY7" fmla="*/ 56831 h 113662"/>
                <a:gd name="connsiteX8" fmla="*/ 0 w 227325"/>
                <a:gd name="connsiteY8" fmla="*/ 113663 h 113662"/>
                <a:gd name="connsiteX9" fmla="*/ 227326 w 227325"/>
                <a:gd name="connsiteY9" fmla="*/ 113663 h 1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325" h="113662">
                  <a:moveTo>
                    <a:pt x="227326" y="113663"/>
                  </a:moveTo>
                  <a:lnTo>
                    <a:pt x="227326" y="56831"/>
                  </a:lnTo>
                  <a:cubicBezTo>
                    <a:pt x="227326" y="47991"/>
                    <a:pt x="223537" y="39151"/>
                    <a:pt x="215959" y="34099"/>
                  </a:cubicBezTo>
                  <a:cubicBezTo>
                    <a:pt x="200804" y="21470"/>
                    <a:pt x="180598" y="12629"/>
                    <a:pt x="160391" y="7578"/>
                  </a:cubicBezTo>
                  <a:cubicBezTo>
                    <a:pt x="146499" y="3789"/>
                    <a:pt x="130081" y="0"/>
                    <a:pt x="113663" y="0"/>
                  </a:cubicBezTo>
                  <a:cubicBezTo>
                    <a:pt x="98508" y="0"/>
                    <a:pt x="82090" y="2526"/>
                    <a:pt x="66935" y="7578"/>
                  </a:cubicBezTo>
                  <a:cubicBezTo>
                    <a:pt x="46728" y="12629"/>
                    <a:pt x="27784" y="22733"/>
                    <a:pt x="11366" y="34099"/>
                  </a:cubicBezTo>
                  <a:cubicBezTo>
                    <a:pt x="3789" y="40413"/>
                    <a:pt x="0" y="47991"/>
                    <a:pt x="0" y="56831"/>
                  </a:cubicBezTo>
                  <a:lnTo>
                    <a:pt x="0" y="113663"/>
                  </a:lnTo>
                  <a:lnTo>
                    <a:pt x="227326" y="113663"/>
                  </a:ln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70EDC99-6A31-7983-64EF-4569606E46B2}"/>
                </a:ext>
              </a:extLst>
            </p:cNvPr>
            <p:cNvSpPr/>
            <p:nvPr/>
          </p:nvSpPr>
          <p:spPr>
            <a:xfrm>
              <a:off x="664999" y="5877712"/>
              <a:ext cx="113662" cy="113662"/>
            </a:xfrm>
            <a:custGeom>
              <a:avLst/>
              <a:gdLst>
                <a:gd name="connsiteX0" fmla="*/ 113663 w 113662"/>
                <a:gd name="connsiteY0" fmla="*/ 56831 h 113662"/>
                <a:gd name="connsiteX1" fmla="*/ 56831 w 113662"/>
                <a:gd name="connsiteY1" fmla="*/ 113663 h 113662"/>
                <a:gd name="connsiteX2" fmla="*/ 0 w 113662"/>
                <a:gd name="connsiteY2" fmla="*/ 56831 h 113662"/>
                <a:gd name="connsiteX3" fmla="*/ 56831 w 113662"/>
                <a:gd name="connsiteY3" fmla="*/ 0 h 113662"/>
                <a:gd name="connsiteX4" fmla="*/ 113663 w 113662"/>
                <a:gd name="connsiteY4" fmla="*/ 56831 h 1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662" h="113662">
                  <a:moveTo>
                    <a:pt x="113663" y="56831"/>
                  </a:moveTo>
                  <a:cubicBezTo>
                    <a:pt x="113663" y="88219"/>
                    <a:pt x="88219" y="113663"/>
                    <a:pt x="56831" y="113663"/>
                  </a:cubicBezTo>
                  <a:cubicBezTo>
                    <a:pt x="25444" y="113663"/>
                    <a:pt x="0" y="88219"/>
                    <a:pt x="0" y="56831"/>
                  </a:cubicBezTo>
                  <a:cubicBezTo>
                    <a:pt x="0" y="25444"/>
                    <a:pt x="25444" y="0"/>
                    <a:pt x="56831" y="0"/>
                  </a:cubicBezTo>
                  <a:cubicBezTo>
                    <a:pt x="88219" y="0"/>
                    <a:pt x="113663" y="25444"/>
                    <a:pt x="113663" y="56831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86EA867-FDD1-EB0D-F17C-798C6CCEE3FA}"/>
                </a:ext>
              </a:extLst>
            </p:cNvPr>
            <p:cNvSpPr/>
            <p:nvPr/>
          </p:nvSpPr>
          <p:spPr>
            <a:xfrm>
              <a:off x="781188" y="5918126"/>
              <a:ext cx="205856" cy="113662"/>
            </a:xfrm>
            <a:custGeom>
              <a:avLst/>
              <a:gdLst>
                <a:gd name="connsiteX0" fmla="*/ 194490 w 205856"/>
                <a:gd name="connsiteY0" fmla="*/ 34099 h 113662"/>
                <a:gd name="connsiteX1" fmla="*/ 138921 w 205856"/>
                <a:gd name="connsiteY1" fmla="*/ 7578 h 113662"/>
                <a:gd name="connsiteX2" fmla="*/ 92193 w 205856"/>
                <a:gd name="connsiteY2" fmla="*/ 0 h 113662"/>
                <a:gd name="connsiteX3" fmla="*/ 45465 w 205856"/>
                <a:gd name="connsiteY3" fmla="*/ 7578 h 113662"/>
                <a:gd name="connsiteX4" fmla="*/ 22733 w 205856"/>
                <a:gd name="connsiteY4" fmla="*/ 16418 h 113662"/>
                <a:gd name="connsiteX5" fmla="*/ 22733 w 205856"/>
                <a:gd name="connsiteY5" fmla="*/ 17681 h 113662"/>
                <a:gd name="connsiteX6" fmla="*/ 0 w 205856"/>
                <a:gd name="connsiteY6" fmla="*/ 73249 h 113662"/>
                <a:gd name="connsiteX7" fmla="*/ 58094 w 205856"/>
                <a:gd name="connsiteY7" fmla="*/ 102297 h 113662"/>
                <a:gd name="connsiteX8" fmla="*/ 68198 w 205856"/>
                <a:gd name="connsiteY8" fmla="*/ 113663 h 113662"/>
                <a:gd name="connsiteX9" fmla="*/ 205856 w 205856"/>
                <a:gd name="connsiteY9" fmla="*/ 113663 h 113662"/>
                <a:gd name="connsiteX10" fmla="*/ 205856 w 205856"/>
                <a:gd name="connsiteY10" fmla="*/ 56831 h 113662"/>
                <a:gd name="connsiteX11" fmla="*/ 194490 w 205856"/>
                <a:gd name="connsiteY11" fmla="*/ 34099 h 1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856" h="113662">
                  <a:moveTo>
                    <a:pt x="194490" y="34099"/>
                  </a:moveTo>
                  <a:cubicBezTo>
                    <a:pt x="179335" y="21470"/>
                    <a:pt x="159128" y="12629"/>
                    <a:pt x="138921" y="7578"/>
                  </a:cubicBezTo>
                  <a:cubicBezTo>
                    <a:pt x="125029" y="3789"/>
                    <a:pt x="108611" y="0"/>
                    <a:pt x="92193" y="0"/>
                  </a:cubicBezTo>
                  <a:cubicBezTo>
                    <a:pt x="77038" y="0"/>
                    <a:pt x="60620" y="2526"/>
                    <a:pt x="45465" y="7578"/>
                  </a:cubicBezTo>
                  <a:cubicBezTo>
                    <a:pt x="37888" y="10103"/>
                    <a:pt x="30310" y="12629"/>
                    <a:pt x="22733" y="16418"/>
                  </a:cubicBezTo>
                  <a:lnTo>
                    <a:pt x="22733" y="17681"/>
                  </a:lnTo>
                  <a:cubicBezTo>
                    <a:pt x="22733" y="39151"/>
                    <a:pt x="13892" y="59357"/>
                    <a:pt x="0" y="73249"/>
                  </a:cubicBezTo>
                  <a:cubicBezTo>
                    <a:pt x="23995" y="80827"/>
                    <a:pt x="42939" y="90930"/>
                    <a:pt x="58094" y="102297"/>
                  </a:cubicBezTo>
                  <a:cubicBezTo>
                    <a:pt x="61883" y="106085"/>
                    <a:pt x="65672" y="108611"/>
                    <a:pt x="68198" y="113663"/>
                  </a:cubicBezTo>
                  <a:lnTo>
                    <a:pt x="205856" y="113663"/>
                  </a:lnTo>
                  <a:lnTo>
                    <a:pt x="205856" y="56831"/>
                  </a:lnTo>
                  <a:cubicBezTo>
                    <a:pt x="205856" y="47991"/>
                    <a:pt x="202067" y="39151"/>
                    <a:pt x="194490" y="34099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DC2C492-E599-E348-CBEC-D4F42AAA80F2}"/>
                </a:ext>
              </a:extLst>
            </p:cNvPr>
            <p:cNvSpPr/>
            <p:nvPr/>
          </p:nvSpPr>
          <p:spPr>
            <a:xfrm>
              <a:off x="456617" y="5918126"/>
              <a:ext cx="205856" cy="113662"/>
            </a:xfrm>
            <a:custGeom>
              <a:avLst/>
              <a:gdLst>
                <a:gd name="connsiteX0" fmla="*/ 147762 w 205856"/>
                <a:gd name="connsiteY0" fmla="*/ 102297 h 113662"/>
                <a:gd name="connsiteX1" fmla="*/ 147762 w 205856"/>
                <a:gd name="connsiteY1" fmla="*/ 102297 h 113662"/>
                <a:gd name="connsiteX2" fmla="*/ 205856 w 205856"/>
                <a:gd name="connsiteY2" fmla="*/ 73249 h 113662"/>
                <a:gd name="connsiteX3" fmla="*/ 183124 w 205856"/>
                <a:gd name="connsiteY3" fmla="*/ 17681 h 113662"/>
                <a:gd name="connsiteX4" fmla="*/ 183124 w 205856"/>
                <a:gd name="connsiteY4" fmla="*/ 15155 h 113662"/>
                <a:gd name="connsiteX5" fmla="*/ 160391 w 205856"/>
                <a:gd name="connsiteY5" fmla="*/ 7578 h 113662"/>
                <a:gd name="connsiteX6" fmla="*/ 113663 w 205856"/>
                <a:gd name="connsiteY6" fmla="*/ 0 h 113662"/>
                <a:gd name="connsiteX7" fmla="*/ 66935 w 205856"/>
                <a:gd name="connsiteY7" fmla="*/ 7578 h 113662"/>
                <a:gd name="connsiteX8" fmla="*/ 11366 w 205856"/>
                <a:gd name="connsiteY8" fmla="*/ 34099 h 113662"/>
                <a:gd name="connsiteX9" fmla="*/ 0 w 205856"/>
                <a:gd name="connsiteY9" fmla="*/ 56831 h 113662"/>
                <a:gd name="connsiteX10" fmla="*/ 0 w 205856"/>
                <a:gd name="connsiteY10" fmla="*/ 113663 h 113662"/>
                <a:gd name="connsiteX11" fmla="*/ 136395 w 205856"/>
                <a:gd name="connsiteY11" fmla="*/ 113663 h 113662"/>
                <a:gd name="connsiteX12" fmla="*/ 147762 w 205856"/>
                <a:gd name="connsiteY12" fmla="*/ 102297 h 1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856" h="113662">
                  <a:moveTo>
                    <a:pt x="147762" y="102297"/>
                  </a:moveTo>
                  <a:lnTo>
                    <a:pt x="147762" y="102297"/>
                  </a:lnTo>
                  <a:cubicBezTo>
                    <a:pt x="165443" y="89667"/>
                    <a:pt x="185649" y="79564"/>
                    <a:pt x="205856" y="73249"/>
                  </a:cubicBezTo>
                  <a:cubicBezTo>
                    <a:pt x="191964" y="58094"/>
                    <a:pt x="183124" y="39151"/>
                    <a:pt x="183124" y="17681"/>
                  </a:cubicBezTo>
                  <a:cubicBezTo>
                    <a:pt x="183124" y="16418"/>
                    <a:pt x="183124" y="16418"/>
                    <a:pt x="183124" y="15155"/>
                  </a:cubicBezTo>
                  <a:cubicBezTo>
                    <a:pt x="175546" y="12629"/>
                    <a:pt x="167968" y="8840"/>
                    <a:pt x="160391" y="7578"/>
                  </a:cubicBezTo>
                  <a:cubicBezTo>
                    <a:pt x="146499" y="3789"/>
                    <a:pt x="130081" y="0"/>
                    <a:pt x="113663" y="0"/>
                  </a:cubicBezTo>
                  <a:cubicBezTo>
                    <a:pt x="98508" y="0"/>
                    <a:pt x="82090" y="2526"/>
                    <a:pt x="66935" y="7578"/>
                  </a:cubicBezTo>
                  <a:cubicBezTo>
                    <a:pt x="46728" y="13892"/>
                    <a:pt x="27784" y="22733"/>
                    <a:pt x="11366" y="34099"/>
                  </a:cubicBezTo>
                  <a:cubicBezTo>
                    <a:pt x="3789" y="39151"/>
                    <a:pt x="0" y="47991"/>
                    <a:pt x="0" y="56831"/>
                  </a:cubicBezTo>
                  <a:lnTo>
                    <a:pt x="0" y="113663"/>
                  </a:lnTo>
                  <a:lnTo>
                    <a:pt x="136395" y="113663"/>
                  </a:lnTo>
                  <a:cubicBezTo>
                    <a:pt x="140184" y="108611"/>
                    <a:pt x="142710" y="106085"/>
                    <a:pt x="147762" y="102297"/>
                  </a:cubicBezTo>
                  <a:close/>
                </a:path>
              </a:pathLst>
            </a:custGeom>
            <a:grpFill/>
            <a:ln w="6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56" name="Graphic 10" descr="Single gear">
            <a:hlinkClick r:id="rId9" action="ppaction://hlinksldjump"/>
            <a:extLst>
              <a:ext uri="{FF2B5EF4-FFF2-40B4-BE49-F238E27FC236}">
                <a16:creationId xmlns:a16="http://schemas.microsoft.com/office/drawing/2014/main" id="{3EB77309-FAB7-AEC2-0565-343E69352F48}"/>
              </a:ext>
            </a:extLst>
          </p:cNvPr>
          <p:cNvSpPr/>
          <p:nvPr/>
        </p:nvSpPr>
        <p:spPr>
          <a:xfrm>
            <a:off x="357975" y="4326663"/>
            <a:ext cx="441839" cy="441189"/>
          </a:xfrm>
          <a:custGeom>
            <a:avLst/>
            <a:gdLst>
              <a:gd name="connsiteX0" fmla="*/ 220595 w 441838"/>
              <a:gd name="connsiteY0" fmla="*/ 298452 h 441189"/>
              <a:gd name="connsiteX1" fmla="*/ 142738 w 441838"/>
              <a:gd name="connsiteY1" fmla="*/ 220595 h 441189"/>
              <a:gd name="connsiteX2" fmla="*/ 220595 w 441838"/>
              <a:gd name="connsiteY2" fmla="*/ 142738 h 441189"/>
              <a:gd name="connsiteX3" fmla="*/ 298452 w 441838"/>
              <a:gd name="connsiteY3" fmla="*/ 220595 h 441189"/>
              <a:gd name="connsiteX4" fmla="*/ 220595 w 441838"/>
              <a:gd name="connsiteY4" fmla="*/ 298452 h 441189"/>
              <a:gd name="connsiteX5" fmla="*/ 395773 w 441838"/>
              <a:gd name="connsiteY5" fmla="*/ 171934 h 441189"/>
              <a:gd name="connsiteX6" fmla="*/ 378904 w 441838"/>
              <a:gd name="connsiteY6" fmla="*/ 131708 h 441189"/>
              <a:gd name="connsiteX7" fmla="*/ 395124 w 441838"/>
              <a:gd name="connsiteY7" fmla="*/ 83047 h 441189"/>
              <a:gd name="connsiteX8" fmla="*/ 358142 w 441838"/>
              <a:gd name="connsiteY8" fmla="*/ 46065 h 441189"/>
              <a:gd name="connsiteX9" fmla="*/ 309482 w 441838"/>
              <a:gd name="connsiteY9" fmla="*/ 62286 h 441189"/>
              <a:gd name="connsiteX10" fmla="*/ 268607 w 441838"/>
              <a:gd name="connsiteY10" fmla="*/ 45417 h 441189"/>
              <a:gd name="connsiteX11" fmla="*/ 246547 w 441838"/>
              <a:gd name="connsiteY11" fmla="*/ 0 h 441189"/>
              <a:gd name="connsiteX12" fmla="*/ 194643 w 441838"/>
              <a:gd name="connsiteY12" fmla="*/ 0 h 441189"/>
              <a:gd name="connsiteX13" fmla="*/ 171934 w 441838"/>
              <a:gd name="connsiteY13" fmla="*/ 45417 h 441189"/>
              <a:gd name="connsiteX14" fmla="*/ 131708 w 441838"/>
              <a:gd name="connsiteY14" fmla="*/ 62286 h 441189"/>
              <a:gd name="connsiteX15" fmla="*/ 83047 w 441838"/>
              <a:gd name="connsiteY15" fmla="*/ 46065 h 441189"/>
              <a:gd name="connsiteX16" fmla="*/ 46065 w 441838"/>
              <a:gd name="connsiteY16" fmla="*/ 83047 h 441189"/>
              <a:gd name="connsiteX17" fmla="*/ 62286 w 441838"/>
              <a:gd name="connsiteY17" fmla="*/ 131708 h 441189"/>
              <a:gd name="connsiteX18" fmla="*/ 45417 w 441838"/>
              <a:gd name="connsiteY18" fmla="*/ 172583 h 441189"/>
              <a:gd name="connsiteX19" fmla="*/ 0 w 441838"/>
              <a:gd name="connsiteY19" fmla="*/ 194643 h 441189"/>
              <a:gd name="connsiteX20" fmla="*/ 0 w 441838"/>
              <a:gd name="connsiteY20" fmla="*/ 246547 h 441189"/>
              <a:gd name="connsiteX21" fmla="*/ 45417 w 441838"/>
              <a:gd name="connsiteY21" fmla="*/ 269255 h 441189"/>
              <a:gd name="connsiteX22" fmla="*/ 62286 w 441838"/>
              <a:gd name="connsiteY22" fmla="*/ 309482 h 441189"/>
              <a:gd name="connsiteX23" fmla="*/ 46065 w 441838"/>
              <a:gd name="connsiteY23" fmla="*/ 358142 h 441189"/>
              <a:gd name="connsiteX24" fmla="*/ 83047 w 441838"/>
              <a:gd name="connsiteY24" fmla="*/ 395124 h 441189"/>
              <a:gd name="connsiteX25" fmla="*/ 131708 w 441838"/>
              <a:gd name="connsiteY25" fmla="*/ 378904 h 441189"/>
              <a:gd name="connsiteX26" fmla="*/ 172583 w 441838"/>
              <a:gd name="connsiteY26" fmla="*/ 395773 h 441189"/>
              <a:gd name="connsiteX27" fmla="*/ 195291 w 441838"/>
              <a:gd name="connsiteY27" fmla="*/ 441190 h 441189"/>
              <a:gd name="connsiteX28" fmla="*/ 247196 w 441838"/>
              <a:gd name="connsiteY28" fmla="*/ 441190 h 441189"/>
              <a:gd name="connsiteX29" fmla="*/ 269904 w 441838"/>
              <a:gd name="connsiteY29" fmla="*/ 395773 h 441189"/>
              <a:gd name="connsiteX30" fmla="*/ 310130 w 441838"/>
              <a:gd name="connsiteY30" fmla="*/ 378904 h 441189"/>
              <a:gd name="connsiteX31" fmla="*/ 358791 w 441838"/>
              <a:gd name="connsiteY31" fmla="*/ 395124 h 441189"/>
              <a:gd name="connsiteX32" fmla="*/ 395773 w 441838"/>
              <a:gd name="connsiteY32" fmla="*/ 358142 h 441189"/>
              <a:gd name="connsiteX33" fmla="*/ 379553 w 441838"/>
              <a:gd name="connsiteY33" fmla="*/ 309482 h 441189"/>
              <a:gd name="connsiteX34" fmla="*/ 396422 w 441838"/>
              <a:gd name="connsiteY34" fmla="*/ 268607 h 441189"/>
              <a:gd name="connsiteX35" fmla="*/ 441838 w 441838"/>
              <a:gd name="connsiteY35" fmla="*/ 245898 h 441189"/>
              <a:gd name="connsiteX36" fmla="*/ 441838 w 441838"/>
              <a:gd name="connsiteY36" fmla="*/ 193994 h 441189"/>
              <a:gd name="connsiteX37" fmla="*/ 395773 w 441838"/>
              <a:gd name="connsiteY37" fmla="*/ 171934 h 44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41838" h="441189">
                <a:moveTo>
                  <a:pt x="220595" y="298452"/>
                </a:moveTo>
                <a:cubicBezTo>
                  <a:pt x="177774" y="298452"/>
                  <a:pt x="142738" y="263416"/>
                  <a:pt x="142738" y="220595"/>
                </a:cubicBezTo>
                <a:cubicBezTo>
                  <a:pt x="142738" y="177774"/>
                  <a:pt x="177774" y="142738"/>
                  <a:pt x="220595" y="142738"/>
                </a:cubicBezTo>
                <a:cubicBezTo>
                  <a:pt x="263416" y="142738"/>
                  <a:pt x="298452" y="177774"/>
                  <a:pt x="298452" y="220595"/>
                </a:cubicBezTo>
                <a:cubicBezTo>
                  <a:pt x="298452" y="263416"/>
                  <a:pt x="263416" y="298452"/>
                  <a:pt x="220595" y="298452"/>
                </a:cubicBezTo>
                <a:close/>
                <a:moveTo>
                  <a:pt x="395773" y="171934"/>
                </a:moveTo>
                <a:cubicBezTo>
                  <a:pt x="391880" y="157660"/>
                  <a:pt x="386041" y="144035"/>
                  <a:pt x="378904" y="131708"/>
                </a:cubicBezTo>
                <a:lnTo>
                  <a:pt x="395124" y="83047"/>
                </a:lnTo>
                <a:lnTo>
                  <a:pt x="358142" y="46065"/>
                </a:lnTo>
                <a:lnTo>
                  <a:pt x="309482" y="62286"/>
                </a:lnTo>
                <a:cubicBezTo>
                  <a:pt x="296505" y="55149"/>
                  <a:pt x="282880" y="49309"/>
                  <a:pt x="268607" y="45417"/>
                </a:cubicBezTo>
                <a:lnTo>
                  <a:pt x="246547" y="0"/>
                </a:lnTo>
                <a:lnTo>
                  <a:pt x="194643" y="0"/>
                </a:lnTo>
                <a:lnTo>
                  <a:pt x="171934" y="45417"/>
                </a:lnTo>
                <a:cubicBezTo>
                  <a:pt x="157660" y="49309"/>
                  <a:pt x="144035" y="55149"/>
                  <a:pt x="131708" y="62286"/>
                </a:cubicBezTo>
                <a:lnTo>
                  <a:pt x="83047" y="46065"/>
                </a:lnTo>
                <a:lnTo>
                  <a:pt x="46065" y="83047"/>
                </a:lnTo>
                <a:lnTo>
                  <a:pt x="62286" y="131708"/>
                </a:lnTo>
                <a:cubicBezTo>
                  <a:pt x="55149" y="144684"/>
                  <a:pt x="49309" y="158309"/>
                  <a:pt x="45417" y="172583"/>
                </a:cubicBezTo>
                <a:lnTo>
                  <a:pt x="0" y="194643"/>
                </a:lnTo>
                <a:lnTo>
                  <a:pt x="0" y="246547"/>
                </a:lnTo>
                <a:lnTo>
                  <a:pt x="45417" y="269255"/>
                </a:lnTo>
                <a:cubicBezTo>
                  <a:pt x="49309" y="283529"/>
                  <a:pt x="55149" y="297154"/>
                  <a:pt x="62286" y="309482"/>
                </a:cubicBezTo>
                <a:lnTo>
                  <a:pt x="46065" y="358142"/>
                </a:lnTo>
                <a:lnTo>
                  <a:pt x="83047" y="395124"/>
                </a:lnTo>
                <a:lnTo>
                  <a:pt x="131708" y="378904"/>
                </a:lnTo>
                <a:cubicBezTo>
                  <a:pt x="144684" y="386041"/>
                  <a:pt x="158309" y="391880"/>
                  <a:pt x="172583" y="395773"/>
                </a:cubicBezTo>
                <a:lnTo>
                  <a:pt x="195291" y="441190"/>
                </a:lnTo>
                <a:lnTo>
                  <a:pt x="247196" y="441190"/>
                </a:lnTo>
                <a:lnTo>
                  <a:pt x="269904" y="395773"/>
                </a:lnTo>
                <a:cubicBezTo>
                  <a:pt x="284178" y="391880"/>
                  <a:pt x="297803" y="386041"/>
                  <a:pt x="310130" y="378904"/>
                </a:cubicBezTo>
                <a:lnTo>
                  <a:pt x="358791" y="395124"/>
                </a:lnTo>
                <a:lnTo>
                  <a:pt x="395773" y="358142"/>
                </a:lnTo>
                <a:lnTo>
                  <a:pt x="379553" y="309482"/>
                </a:lnTo>
                <a:cubicBezTo>
                  <a:pt x="386690" y="296505"/>
                  <a:pt x="392529" y="282880"/>
                  <a:pt x="396422" y="268607"/>
                </a:cubicBezTo>
                <a:lnTo>
                  <a:pt x="441838" y="245898"/>
                </a:lnTo>
                <a:lnTo>
                  <a:pt x="441838" y="193994"/>
                </a:lnTo>
                <a:lnTo>
                  <a:pt x="395773" y="17193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644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57" name="Graphic 56" descr="Lightbulb">
            <a:hlinkClick r:id="rId10" action="ppaction://hlinksldjump"/>
            <a:extLst>
              <a:ext uri="{FF2B5EF4-FFF2-40B4-BE49-F238E27FC236}">
                <a16:creationId xmlns:a16="http://schemas.microsoft.com/office/drawing/2014/main" id="{E5C46E1B-9F6B-5128-3C31-F4238B33F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627" y="608565"/>
            <a:ext cx="612000" cy="612000"/>
          </a:xfrm>
          <a:prstGeom prst="rect">
            <a:avLst/>
          </a:prstGeom>
        </p:spPr>
      </p:pic>
      <p:pic>
        <p:nvPicPr>
          <p:cNvPr id="58" name="Graphic 57" descr="Upward trend">
            <a:hlinkClick r:id="rId11" action="ppaction://hlinksldjump"/>
            <a:extLst>
              <a:ext uri="{FF2B5EF4-FFF2-40B4-BE49-F238E27FC236}">
                <a16:creationId xmlns:a16="http://schemas.microsoft.com/office/drawing/2014/main" id="{242D1618-FAD0-22D1-F4DF-4B341FE51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508" y="1818049"/>
            <a:ext cx="612000" cy="612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96478B-A8B7-D347-9C5F-F7905420B883}"/>
              </a:ext>
            </a:extLst>
          </p:cNvPr>
          <p:cNvSpPr/>
          <p:nvPr/>
        </p:nvSpPr>
        <p:spPr>
          <a:xfrm>
            <a:off x="5029200" y="231764"/>
            <a:ext cx="3276600" cy="609600"/>
          </a:xfrm>
          <a:prstGeom prst="rect">
            <a:avLst/>
          </a:prstGeom>
          <a:solidFill>
            <a:srgbClr val="415A77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bg1"/>
                </a:solidFill>
              </a:rPr>
              <a:t>INTRODUCTION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2399286-6C87-F5CF-B23A-574981EDB36F}"/>
              </a:ext>
            </a:extLst>
          </p:cNvPr>
          <p:cNvSpPr/>
          <p:nvPr/>
        </p:nvSpPr>
        <p:spPr>
          <a:xfrm>
            <a:off x="2743200" y="1981200"/>
            <a:ext cx="4343400" cy="4038600"/>
          </a:xfrm>
          <a:prstGeom prst="foldedCorner">
            <a:avLst/>
          </a:prstGeom>
          <a:solidFill>
            <a:srgbClr val="415A77"/>
          </a:solidFill>
          <a:ln>
            <a:solidFill>
              <a:srgbClr val="778DA9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  <a:p>
            <a:pPr marL="227960"/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“By 2025, India’s ecommerce</a:t>
            </a:r>
          </a:p>
          <a:p>
            <a:pPr marL="227960"/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market is expected to cross</a:t>
            </a:r>
          </a:p>
          <a:p>
            <a:pPr marL="227960"/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$200 billion, and there would be  nearly 340 million ecommerce  customers.” - Nikhil Vora, Sixth</a:t>
            </a:r>
          </a:p>
          <a:p>
            <a:pPr marL="227960"/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Sense Ventures”</a:t>
            </a:r>
          </a:p>
          <a:p>
            <a:pPr marL="227960"/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So with the amount of people coming online the potential for online  businesses is increasing vastly and for businesses to still stay relevant and  get more customers it has almost became a necessity for them to get</a:t>
            </a:r>
          </a:p>
          <a:p>
            <a:pPr marL="227960"/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cs typeface="Cambria"/>
              </a:rPr>
              <a:t>online.</a:t>
            </a:r>
          </a:p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  <a:p>
            <a:pPr marL="227960"/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cs typeface="Cambria"/>
            </a:endParaRPr>
          </a:p>
        </p:txBody>
      </p:sp>
      <p:pic>
        <p:nvPicPr>
          <p:cNvPr id="4" name="object 17">
            <a:extLst>
              <a:ext uri="{FF2B5EF4-FFF2-40B4-BE49-F238E27FC236}">
                <a16:creationId xmlns:a16="http://schemas.microsoft.com/office/drawing/2014/main" id="{11AAE244-F01F-646F-F3D8-F9334CEB2F15}"/>
              </a:ext>
            </a:extLst>
          </p:cNvPr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" b="1656"/>
          <a:stretch/>
        </p:blipFill>
        <p:spPr>
          <a:xfrm>
            <a:off x="7371133" y="2354201"/>
            <a:ext cx="4462892" cy="287907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15A77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Graphic 4" descr="Hourglass">
            <a:hlinkClick r:id="rId13" action="ppaction://hlinksldjump"/>
            <a:extLst>
              <a:ext uri="{FF2B5EF4-FFF2-40B4-BE49-F238E27FC236}">
                <a16:creationId xmlns:a16="http://schemas.microsoft.com/office/drawing/2014/main" id="{CC11D142-C576-A990-A202-9489BBFE881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5711" y="3148555"/>
            <a:ext cx="539960" cy="5399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093835D-E2C5-3F2E-8E0A-3DB5F3407EC6}"/>
              </a:ext>
            </a:extLst>
          </p:cNvPr>
          <p:cNvGrpSpPr/>
          <p:nvPr/>
        </p:nvGrpSpPr>
        <p:grpSpPr>
          <a:xfrm>
            <a:off x="-1005373" y="3156438"/>
            <a:ext cx="756000" cy="731900"/>
            <a:chOff x="985988" y="3085816"/>
            <a:chExt cx="756000" cy="7319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7EADE64-70A3-A23D-7706-849B4CA9906D}"/>
                </a:ext>
              </a:extLst>
            </p:cNvPr>
            <p:cNvSpPr/>
            <p:nvPr/>
          </p:nvSpPr>
          <p:spPr>
            <a:xfrm>
              <a:off x="985988" y="3085816"/>
              <a:ext cx="756000" cy="7319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" name="Graphic 7" descr="Hourglass">
              <a:extLst>
                <a:ext uri="{FF2B5EF4-FFF2-40B4-BE49-F238E27FC236}">
                  <a16:creationId xmlns:a16="http://schemas.microsoft.com/office/drawing/2014/main" id="{71449E5A-0651-3FB9-3B6D-628CC3898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94008" y="3159020"/>
              <a:ext cx="539960" cy="53996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418918-C7D4-A8C0-9BFF-BB429C3384C9}"/>
              </a:ext>
            </a:extLst>
          </p:cNvPr>
          <p:cNvGrpSpPr/>
          <p:nvPr/>
        </p:nvGrpSpPr>
        <p:grpSpPr>
          <a:xfrm>
            <a:off x="999155" y="5288453"/>
            <a:ext cx="756000" cy="736521"/>
            <a:chOff x="999155" y="5288453"/>
            <a:chExt cx="756000" cy="736521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789F2B-B020-0041-8BE2-FA8A1C587AA8}"/>
                </a:ext>
              </a:extLst>
            </p:cNvPr>
            <p:cNvSpPr/>
            <p:nvPr/>
          </p:nvSpPr>
          <p:spPr>
            <a:xfrm>
              <a:off x="999155" y="5288453"/>
              <a:ext cx="756000" cy="7365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" name="Graphic 8" descr="Head with gears">
              <a:hlinkClick r:id="rId8" action="ppaction://hlinksldjump"/>
              <a:extLst>
                <a:ext uri="{FF2B5EF4-FFF2-40B4-BE49-F238E27FC236}">
                  <a16:creationId xmlns:a16="http://schemas.microsoft.com/office/drawing/2014/main" id="{AC4BDA84-3288-06CC-6922-D84E5D1A3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41448" y="5333927"/>
              <a:ext cx="632219" cy="632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23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4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548570-10BE-754A-504F-D1A3AA531BBE}"/>
              </a:ext>
            </a:extLst>
          </p:cNvPr>
          <p:cNvSpPr/>
          <p:nvPr/>
        </p:nvSpPr>
        <p:spPr>
          <a:xfrm>
            <a:off x="4457700" y="228600"/>
            <a:ext cx="3276600" cy="609600"/>
          </a:xfrm>
          <a:prstGeom prst="rect">
            <a:avLst/>
          </a:prstGeom>
          <a:solidFill>
            <a:srgbClr val="189AB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IMPLEMENTATION</a:t>
            </a:r>
          </a:p>
        </p:txBody>
      </p:sp>
      <p:sp>
        <p:nvSpPr>
          <p:cNvPr id="9" name="Scroll: Horizontal 8">
            <a:extLst>
              <a:ext uri="{FF2B5EF4-FFF2-40B4-BE49-F238E27FC236}">
                <a16:creationId xmlns:a16="http://schemas.microsoft.com/office/drawing/2014/main" id="{240BA911-E23C-4997-0092-18A16CDE9575}"/>
              </a:ext>
            </a:extLst>
          </p:cNvPr>
          <p:cNvSpPr/>
          <p:nvPr/>
        </p:nvSpPr>
        <p:spPr>
          <a:xfrm>
            <a:off x="1295400" y="1066800"/>
            <a:ext cx="9448800" cy="5334000"/>
          </a:xfrm>
          <a:prstGeom prst="horizontalScroll">
            <a:avLst/>
          </a:prstGeom>
          <a:solidFill>
            <a:srgbClr val="189AB4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Hardware</a:t>
            </a: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Interface: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1. Intel Processor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2. 60 MB of free hard-drive space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3. 128 MB of RAM</a:t>
            </a:r>
          </a:p>
          <a:p>
            <a:endParaRPr lang="en-US" dirty="0"/>
          </a:p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Software Interface: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ea typeface="+mn-lt"/>
                <a:cs typeface="+mn-lt"/>
              </a:rPr>
              <a:t>1. Operating System: Windows (Vista/7 or above)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2. Web Browser: IE 10 or above, Mozilla FF 31 and above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or Google Chrome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3. </a:t>
            </a:r>
            <a:r>
              <a:rPr lang="en-US" dirty="0" err="1">
                <a:ea typeface="+mn-lt"/>
                <a:cs typeface="+mn-lt"/>
              </a:rPr>
              <a:t>Xampp</a:t>
            </a:r>
            <a:r>
              <a:rPr lang="en-US" dirty="0">
                <a:ea typeface="+mn-lt"/>
                <a:cs typeface="+mn-lt"/>
              </a:rPr>
              <a:t> 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16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DF76F6-00FA-1A8F-07E5-5DB31D73DB0C}"/>
              </a:ext>
            </a:extLst>
          </p:cNvPr>
          <p:cNvSpPr/>
          <p:nvPr/>
        </p:nvSpPr>
        <p:spPr>
          <a:xfrm>
            <a:off x="4457700" y="228600"/>
            <a:ext cx="3276600" cy="609600"/>
          </a:xfrm>
          <a:prstGeom prst="rect">
            <a:avLst/>
          </a:prstGeom>
          <a:solidFill>
            <a:srgbClr val="189AB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WORK FLOW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B26F2-A342-D369-7B22-AF0DAA715A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8" r="342" b="2959"/>
          <a:stretch/>
        </p:blipFill>
        <p:spPr>
          <a:xfrm>
            <a:off x="2057400" y="1143000"/>
            <a:ext cx="8382000" cy="5334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189AB4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5073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3693AED-F206-38D7-5DBE-FC7432DF4716}"/>
              </a:ext>
            </a:extLst>
          </p:cNvPr>
          <p:cNvSpPr/>
          <p:nvPr/>
        </p:nvSpPr>
        <p:spPr>
          <a:xfrm>
            <a:off x="-28074" y="-60158"/>
            <a:ext cx="12192000" cy="6858000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D3B954-74EC-191D-0708-B12F4330B674}"/>
              </a:ext>
            </a:extLst>
          </p:cNvPr>
          <p:cNvSpPr txBox="1"/>
          <p:nvPr/>
        </p:nvSpPr>
        <p:spPr>
          <a:xfrm>
            <a:off x="3871312" y="1992677"/>
            <a:ext cx="4872942" cy="1015663"/>
          </a:xfrm>
          <a:prstGeom prst="rect">
            <a:avLst/>
          </a:prstGeom>
          <a:noFill/>
          <a:effectLst>
            <a:outerShdw blurRad="254000" dist="50800" dir="5400000" algn="ctr" rotWithShape="0">
              <a:srgbClr val="00000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59FD1AF1-8360-0C27-3718-35BAA7D96920}"/>
              </a:ext>
            </a:extLst>
          </p:cNvPr>
          <p:cNvSpPr/>
          <p:nvPr/>
        </p:nvSpPr>
        <p:spPr>
          <a:xfrm>
            <a:off x="15433" y="-60158"/>
            <a:ext cx="7524459" cy="6942272"/>
          </a:xfrm>
          <a:custGeom>
            <a:avLst/>
            <a:gdLst>
              <a:gd name="connsiteX0" fmla="*/ 0 w 7518048"/>
              <a:gd name="connsiteY0" fmla="*/ 0 h 6858000"/>
              <a:gd name="connsiteX1" fmla="*/ 7518048 w 7518048"/>
              <a:gd name="connsiteY1" fmla="*/ 0 h 6858000"/>
              <a:gd name="connsiteX2" fmla="*/ 3900501 w 7518048"/>
              <a:gd name="connsiteY2" fmla="*/ 6858000 h 6858000"/>
              <a:gd name="connsiteX3" fmla="*/ 0 w 751804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8048" h="6858000">
                <a:moveTo>
                  <a:pt x="0" y="0"/>
                </a:moveTo>
                <a:lnTo>
                  <a:pt x="7518048" y="0"/>
                </a:lnTo>
                <a:lnTo>
                  <a:pt x="3900501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1B1B1B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30927B15-DAF0-CE50-D7B9-74725247C315}"/>
              </a:ext>
            </a:extLst>
          </p:cNvPr>
          <p:cNvSpPr/>
          <p:nvPr/>
        </p:nvSpPr>
        <p:spPr>
          <a:xfrm>
            <a:off x="-28269" y="-59194"/>
            <a:ext cx="5906988" cy="6942272"/>
          </a:xfrm>
          <a:custGeom>
            <a:avLst/>
            <a:gdLst>
              <a:gd name="connsiteX0" fmla="*/ 0 w 6088080"/>
              <a:gd name="connsiteY0" fmla="*/ 0 h 6858000"/>
              <a:gd name="connsiteX1" fmla="*/ 6088080 w 6088080"/>
              <a:gd name="connsiteY1" fmla="*/ 0 h 6858000"/>
              <a:gd name="connsiteX2" fmla="*/ 3591973 w 6088080"/>
              <a:gd name="connsiteY2" fmla="*/ 6858000 h 6858000"/>
              <a:gd name="connsiteX3" fmla="*/ 0 w 608808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8080" h="6858000">
                <a:moveTo>
                  <a:pt x="0" y="0"/>
                </a:moveTo>
                <a:lnTo>
                  <a:pt x="6088080" y="0"/>
                </a:lnTo>
                <a:lnTo>
                  <a:pt x="3591973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chemeClr val="tx1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4A88917-3EF4-62D4-647A-A07BFF6870CA}"/>
              </a:ext>
            </a:extLst>
          </p:cNvPr>
          <p:cNvSpPr/>
          <p:nvPr/>
        </p:nvSpPr>
        <p:spPr>
          <a:xfrm>
            <a:off x="5024825" y="-48835"/>
            <a:ext cx="7138906" cy="6919625"/>
          </a:xfrm>
          <a:custGeom>
            <a:avLst/>
            <a:gdLst>
              <a:gd name="connsiteX0" fmla="*/ 3197939 w 5978665"/>
              <a:gd name="connsiteY0" fmla="*/ 0 h 6858000"/>
              <a:gd name="connsiteX1" fmla="*/ 5386327 w 5978665"/>
              <a:gd name="connsiteY1" fmla="*/ 0 h 6858000"/>
              <a:gd name="connsiteX2" fmla="*/ 5978665 w 5978665"/>
              <a:gd name="connsiteY2" fmla="*/ 276212 h 6858000"/>
              <a:gd name="connsiteX3" fmla="*/ 5978665 w 5978665"/>
              <a:gd name="connsiteY3" fmla="*/ 6858000 h 6858000"/>
              <a:gd name="connsiteX4" fmla="*/ 0 w 597866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78665" h="6858000">
                <a:moveTo>
                  <a:pt x="3197939" y="0"/>
                </a:moveTo>
                <a:lnTo>
                  <a:pt x="5386327" y="0"/>
                </a:lnTo>
                <a:lnTo>
                  <a:pt x="5978665" y="276212"/>
                </a:lnTo>
                <a:lnTo>
                  <a:pt x="5978665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1B1B1B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B40AF81A-DD70-D2AC-97C3-0B6464F32856}"/>
              </a:ext>
            </a:extLst>
          </p:cNvPr>
          <p:cNvSpPr/>
          <p:nvPr/>
        </p:nvSpPr>
        <p:spPr>
          <a:xfrm>
            <a:off x="6558852" y="-22716"/>
            <a:ext cx="5617715" cy="6916153"/>
          </a:xfrm>
          <a:custGeom>
            <a:avLst/>
            <a:gdLst>
              <a:gd name="connsiteX0" fmla="*/ 2361398 w 4900845"/>
              <a:gd name="connsiteY0" fmla="*/ 0 h 6858000"/>
              <a:gd name="connsiteX1" fmla="*/ 4341710 w 4900845"/>
              <a:gd name="connsiteY1" fmla="*/ 0 h 6858000"/>
              <a:gd name="connsiteX2" fmla="*/ 4900845 w 4900845"/>
              <a:gd name="connsiteY2" fmla="*/ 192526 h 6858000"/>
              <a:gd name="connsiteX3" fmla="*/ 4900845 w 4900845"/>
              <a:gd name="connsiteY3" fmla="*/ 6858000 h 6858000"/>
              <a:gd name="connsiteX4" fmla="*/ 0 w 49008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0845" h="6858000">
                <a:moveTo>
                  <a:pt x="2361398" y="0"/>
                </a:moveTo>
                <a:lnTo>
                  <a:pt x="4341710" y="0"/>
                </a:lnTo>
                <a:lnTo>
                  <a:pt x="4900845" y="192526"/>
                </a:lnTo>
                <a:lnTo>
                  <a:pt x="4900845" y="685800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1B1B1B"/>
            </a:solidFill>
          </a:ln>
          <a:effectLst>
            <a:outerShdw blurRad="50800" dist="50800" dir="5400000" algn="ctr" rotWithShape="0">
              <a:srgbClr val="6E6E6E">
                <a:alpha val="40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39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25000" decel="25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6 L -0.25 -3.7037E-6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4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5" presetClass="path" presetSubtype="0" repeatCount="indefinite" accel="25000" decel="25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22222E-6 L -0.25 -2.22222E-6 " pathEditMode="relative" rAng="0" ptsTypes="AA">
                                      <p:cBhvr>
                                        <p:cTn id="10" dur="4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4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repeatCount="indefinite" accel="25000" decel="25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4000" fill="hold"/>
                                        <p:tgtEl>
                                          <p:spTgt spid="44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3" presetClass="pat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25 4.07407E-6 " pathEditMode="relative" rAng="0" ptsTypes="AA">
                                      <p:cBhvr>
                                        <p:cTn id="16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repeatCount="indefinite" accel="25000" decel="25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4000" fill="hold"/>
                                        <p:tgtEl>
                                          <p:spTgt spid="4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3" presetClass="pat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22222E-6 L 0.25 -2.22222E-6 " pathEditMode="relative" rAng="0" ptsTypes="AA">
                                      <p:cBhvr>
                                        <p:cTn id="20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44" grpId="0" animBg="1"/>
      <p:bldP spid="44" grpId="1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348</TotalTime>
  <Words>595</Words>
  <Application>Microsoft Office PowerPoint</Application>
  <PresentationFormat>Widescreen</PresentationFormat>
  <Paragraphs>82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Garamond</vt:lpstr>
      <vt:lpstr>Times New Roman</vt:lpstr>
      <vt:lpstr>Organic</vt:lpstr>
      <vt:lpstr>PowerPoint Presentation</vt:lpstr>
      <vt:lpstr>PowerPoint Presentation</vt:lpstr>
      <vt:lpstr>FAMEDD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farhan khalid</dc:creator>
  <cp:lastModifiedBy>URUBA URUBA</cp:lastModifiedBy>
  <cp:revision>20</cp:revision>
  <dcterms:created xsi:type="dcterms:W3CDTF">2022-11-20T18:59:41Z</dcterms:created>
  <dcterms:modified xsi:type="dcterms:W3CDTF">2024-05-03T14:28:02Z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2022-11-20T00:00:00Z</vt:filetime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2024-01-29T20:34:33Z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8ac05d5e-a300-42a2-b819-e6f39297bfd6</vt:lpwstr>
  </property>
  <property fmtid="{D5CDD505-2E9C-101B-9397-08002B2CF9AE}" pid="8" name="MSIP_Label_defa4170-0d19-0005-0004-bc88714345d2_ActionId">
    <vt:lpwstr>7066d954-557a-4098-9c53-97bca0e2aa4b</vt:lpwstr>
  </property>
  <property fmtid="{D5CDD505-2E9C-101B-9397-08002B2CF9AE}" pid="9" name="MSIP_Label_defa4170-0d19-0005-0004-bc88714345d2_ContentBits">
    <vt:lpwstr>0</vt:lpwstr>
  </property>
</Properties>
</file>